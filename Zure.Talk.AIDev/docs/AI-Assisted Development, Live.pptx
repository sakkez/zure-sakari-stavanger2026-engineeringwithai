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8" r:id="rId4"/>
    <p:sldMasterId id="2147483797" r:id="rId5"/>
  </p:sldMasterIdLst>
  <p:notesMasterIdLst>
    <p:notesMasterId r:id="rId43"/>
  </p:notesMasterIdLst>
  <p:handoutMasterIdLst>
    <p:handoutMasterId r:id="rId44"/>
  </p:handoutMasterIdLst>
  <p:sldIdLst>
    <p:sldId id="256" r:id="rId15"/>
    <p:sldId id="257" r:id="rId16"/>
    <p:sldId id="258" r:id="rId17"/>
    <p:sldId id="259" r:id="rId18"/>
    <p:sldId id="260" r:id="rId19"/>
    <p:sldId id="261" r:id="rId20"/>
    <p:sldId id="262" r:id="rId21"/>
    <p:sldId id="263" r:id="rId22"/>
    <p:sldId id="264" r:id="rId23"/>
    <p:sldId id="265" r:id="rId24"/>
    <p:sldId id="266" r:id="rId25"/>
    <p:sldId id="267" r:id="rId26"/>
    <p:sldId id="268" r:id="rId27"/>
    <p:sldId id="269" r:id="rId28"/>
    <p:sldId id="270" r:id="rId29"/>
    <p:sldId id="271" r:id="rId30"/>
    <p:sldId id="272" r:id="rId31"/>
    <p:sldId id="273" r:id="rId32"/>
    <p:sldId id="274" r:id="rId33"/>
    <p:sldId id="275" r:id="rId34"/>
    <p:sldId id="276" r:id="rId35"/>
    <p:sldId id="277" r:id="rId36"/>
    <p:sldId id="278" r:id="rId37"/>
    <p:sldId id="279" r:id="rId38"/>
    <p:sldId id="280" r:id="rId39"/>
    <p:sldId id="281" r:id="rId40"/>
    <p:sldId id="282" r:id="rId41"/>
    <p:sldId id="283" r:id="rId42"/>
    <p:sldId id="284" r:id="rId14"/>
    <p:sldId id="285" r:id="rId13"/>
    <p:sldId id="286" r:id="rId12"/>
    <p:sldId id="287" r:id="rId11"/>
    <p:sldId id="288" r:id="rId10"/>
    <p:sldId id="289" r:id="rId9"/>
    <p:sldId id="290" r:id="rId8"/>
    <p:sldId id="291" r:id="rId7"/>
    <p:sldId id="292" r:id="rId6"/>
    <p:sldId id="293" r:id="rId52"/>
    <p:sldId id="294" r:id="rId53"/>
    <p:sldId id="295" r:id="rId54"/>
  </p:sldIdLst>
  <p:sldSz cx="12192000" cy="6858000"/>
  <p:notesSz cx="6858000" cy="9144000"/>
  <p:defaultText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2627B31-1BB3-8A6C-A491-C1D9B1C880A9}" name="Markus Lehtola" initials="ML" userId="S::markus.lehtola@zure.com::46926baf-2c98-4728-8fa2-96d891c716f8" providerId="AD"/>
  <p188:author id="{861AE556-39E9-C553-F505-1B4A97CD59F5}" name="Henri Vuorenpää" initials="HV" userId="S::henri.vuorenpaa@zure.com::b63e240d-da0c-41c1-b385-2229dfdebb7b" providerId="AD"/>
  <p188:author id="{DA00BC5F-E89B-AC75-D0C2-550FE9C0D74A}" name="Sakari Nahi" initials="SN" userId="S::sakari.nahi@zure.com::c88f121d-2ae9-4c5d-9841-9fad25afcf24" providerId="AD"/>
  <p188:author id="{4BA747CE-EB47-2F48-2EF9-04F99C252C0D}" name="Ilkka Lehto" initials="IL" userId="S::ilkka.lehto@zure.com::fe6d4ed2-8e08-45c1-b45f-59eb026dbc5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F3FB"/>
    <a:srgbClr val="F4F2EC"/>
    <a:srgbClr val="03C3DF"/>
    <a:srgbClr val="7DECFB"/>
    <a:srgbClr val="E8933A"/>
    <a:srgbClr val="191919"/>
    <a:srgbClr val="002B32"/>
    <a:srgbClr val="25737F"/>
    <a:srgbClr val="32B8C9"/>
    <a:srgbClr val="057C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17CABF-31F5-42C7-9EC7-9726F1867111}" v="201" dt="2026-09-29T06:52:29.9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351" autoAdjust="0"/>
    <p:restoredTop sz="84751" autoAdjust="0"/>
  </p:normalViewPr>
  <p:slideViewPr>
    <p:cSldViewPr snapToGrid="0">
      <p:cViewPr varScale="1">
        <p:scale>
          <a:sx n="103" d="100"/>
          <a:sy n="103" d="100"/>
        </p:scale>
        <p:origin x="774" y="9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37.xml"/><Relationship Id="rId7" Type="http://schemas.openxmlformats.org/officeDocument/2006/relationships/slide" Target="slides/slide36.xml"/><Relationship Id="rId8" Type="http://schemas.openxmlformats.org/officeDocument/2006/relationships/slide" Target="slides/slide35.xml"/><Relationship Id="rId9" Type="http://schemas.openxmlformats.org/officeDocument/2006/relationships/slide" Target="slides/slide34.xml"/><Relationship Id="rId10" Type="http://schemas.openxmlformats.org/officeDocument/2006/relationships/slide" Target="slides/slide33.xml"/><Relationship Id="rId11" Type="http://schemas.openxmlformats.org/officeDocument/2006/relationships/slide" Target="slides/slide32.xml"/><Relationship Id="rId12" Type="http://schemas.openxmlformats.org/officeDocument/2006/relationships/slide" Target="slides/slide31.xml"/><Relationship Id="rId13" Type="http://schemas.openxmlformats.org/officeDocument/2006/relationships/slide" Target="slides/slide30.xml"/><Relationship Id="rId14" Type="http://schemas.openxmlformats.org/officeDocument/2006/relationships/slide" Target="slides/slide29.xml"/><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slide" Target="slides/slide13.xml"/><Relationship Id="rId28" Type="http://schemas.openxmlformats.org/officeDocument/2006/relationships/slide" Target="slides/slide14.xml"/><Relationship Id="rId29" Type="http://schemas.openxmlformats.org/officeDocument/2006/relationships/slide" Target="slides/slide15.xml"/><Relationship Id="rId30" Type="http://schemas.openxmlformats.org/officeDocument/2006/relationships/slide" Target="slides/slide16.xml"/><Relationship Id="rId31" Type="http://schemas.openxmlformats.org/officeDocument/2006/relationships/slide" Target="slides/slide17.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20.xml"/><Relationship Id="rId35" Type="http://schemas.openxmlformats.org/officeDocument/2006/relationships/slide" Target="slides/slide21.xml"/><Relationship Id="rId36" Type="http://schemas.openxmlformats.org/officeDocument/2006/relationships/slide" Target="slides/slide22.xml"/><Relationship Id="rId37" Type="http://schemas.openxmlformats.org/officeDocument/2006/relationships/slide" Target="slides/slide23.xml"/><Relationship Id="rId38" Type="http://schemas.openxmlformats.org/officeDocument/2006/relationships/slide" Target="slides/slide24.xml"/><Relationship Id="rId39" Type="http://schemas.openxmlformats.org/officeDocument/2006/relationships/slide" Target="slides/slide25.xml"/><Relationship Id="rId40" Type="http://schemas.openxmlformats.org/officeDocument/2006/relationships/slide" Target="slides/slide26.xml"/><Relationship Id="rId41" Type="http://schemas.openxmlformats.org/officeDocument/2006/relationships/slide" Target="slides/slide27.xml"/><Relationship Id="rId42" Type="http://schemas.openxmlformats.org/officeDocument/2006/relationships/slide" Target="slides/slide28.xml"/><Relationship Id="rId43" Type="http://schemas.openxmlformats.org/officeDocument/2006/relationships/notesMaster" Target="notesMasters/notesMaster1.xml"/><Relationship Id="rId44" Type="http://schemas.openxmlformats.org/officeDocument/2006/relationships/handoutMaster" Target="handoutMasters/handout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 Id="rId49" Type="http://schemas.microsoft.com/office/2016/11/relationships/changesInfo" Target="changesInfos/changesInfo1.xml"/><Relationship Id="rId50" Type="http://schemas.microsoft.com/office/2015/10/relationships/revisionInfo" Target="revisionInfo.xml"/><Relationship Id="rId51" Type="http://schemas.microsoft.com/office/2018/10/relationships/authors" Target="authors.xml"/><Relationship Id="rId52" Type="http://schemas.openxmlformats.org/officeDocument/2006/relationships/slide" Target="slides/slide38.xml"/><Relationship Id="rId53" Type="http://schemas.openxmlformats.org/officeDocument/2006/relationships/slide" Target="slides/slide39.xml"/><Relationship Id="rId54"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kari Nahi" userId="c88f121d-2ae9-4c5d-9841-9fad25afcf24" providerId="ADAL" clId="{7D1F4730-92BF-4F79-AAC7-C2C1F21A8EB5}"/>
    <pc:docChg chg="addSld modSld sldOrd">
      <pc:chgData name="Sakari Nahi" userId="c88f121d-2ae9-4c5d-9841-9fad25afcf24" providerId="ADAL" clId="{7D1F4730-92BF-4F79-AAC7-C2C1F21A8EB5}" dt="2026-09-29T06:52:29.964" v="235"/>
      <pc:docMkLst>
        <pc:docMk/>
      </pc:docMkLst>
      <pc:sldChg chg="add">
        <pc:chgData name="Sakari Nahi" userId="c88f121d-2ae9-4c5d-9841-9fad25afcf24" providerId="ADAL" clId="{7D1F4730-92BF-4F79-AAC7-C2C1F21A8EB5}" dt="2026-09-28T17:02:34.139" v="34"/>
        <pc:sldMkLst>
          <pc:docMk/>
          <pc:sldMk cId="4112518819" sldId="2147482312"/>
        </pc:sldMkLst>
      </pc:sldChg>
      <pc:sldChg chg="modSp">
        <pc:chgData name="Sakari Nahi" userId="c88f121d-2ae9-4c5d-9841-9fad25afcf24" providerId="ADAL" clId="{7D1F4730-92BF-4F79-AAC7-C2C1F21A8EB5}" dt="2026-09-29T05:20:02.870" v="181" actId="1076"/>
        <pc:sldMkLst>
          <pc:docMk/>
          <pc:sldMk cId="2966022281" sldId="2147482544"/>
        </pc:sldMkLst>
        <pc:spChg chg="mod">
          <ac:chgData name="Sakari Nahi" userId="c88f121d-2ae9-4c5d-9841-9fad25afcf24" providerId="ADAL" clId="{7D1F4730-92BF-4F79-AAC7-C2C1F21A8EB5}" dt="2026-09-29T05:20:02.870" v="181" actId="1076"/>
          <ac:spMkLst>
            <pc:docMk/>
            <pc:sldMk cId="2966022281" sldId="2147482544"/>
            <ac:spMk id="1707" creationId="{00000000-0000-0000-0000-000000000000}"/>
          </ac:spMkLst>
        </pc:spChg>
        <pc:spChg chg="mod">
          <ac:chgData name="Sakari Nahi" userId="c88f121d-2ae9-4c5d-9841-9fad25afcf24" providerId="ADAL" clId="{7D1F4730-92BF-4F79-AAC7-C2C1F21A8EB5}" dt="2026-09-29T05:20:02.870" v="181" actId="1076"/>
          <ac:spMkLst>
            <pc:docMk/>
            <pc:sldMk cId="2966022281" sldId="2147482544"/>
            <ac:spMk id="1708" creationId="{00000000-0000-0000-0000-000000000000}"/>
          </ac:spMkLst>
        </pc:spChg>
        <pc:picChg chg="mod">
          <ac:chgData name="Sakari Nahi" userId="c88f121d-2ae9-4c5d-9841-9fad25afcf24" providerId="ADAL" clId="{7D1F4730-92BF-4F79-AAC7-C2C1F21A8EB5}" dt="2026-09-29T05:20:02.870" v="181" actId="1076"/>
          <ac:picMkLst>
            <pc:docMk/>
            <pc:sldMk cId="2966022281" sldId="2147482544"/>
            <ac:picMk id="24" creationId="{D90954B2-149A-CD32-BADA-E9615336B276}"/>
          </ac:picMkLst>
        </pc:picChg>
        <pc:picChg chg="mod">
          <ac:chgData name="Sakari Nahi" userId="c88f121d-2ae9-4c5d-9841-9fad25afcf24" providerId="ADAL" clId="{7D1F4730-92BF-4F79-AAC7-C2C1F21A8EB5}" dt="2026-09-29T05:20:02.870" v="181" actId="1076"/>
          <ac:picMkLst>
            <pc:docMk/>
            <pc:sldMk cId="2966022281" sldId="2147482544"/>
            <ac:picMk id="25" creationId="{9C627CA9-C48D-E125-61E8-52EA2F669D68}"/>
          </ac:picMkLst>
        </pc:picChg>
        <pc:picChg chg="mod">
          <ac:chgData name="Sakari Nahi" userId="c88f121d-2ae9-4c5d-9841-9fad25afcf24" providerId="ADAL" clId="{7D1F4730-92BF-4F79-AAC7-C2C1F21A8EB5}" dt="2026-09-29T05:20:02.870" v="181" actId="1076"/>
          <ac:picMkLst>
            <pc:docMk/>
            <pc:sldMk cId="2966022281" sldId="2147482544"/>
            <ac:picMk id="26" creationId="{46C07F91-18D8-E89D-5E06-C36E9B8596DE}"/>
          </ac:picMkLst>
        </pc:picChg>
        <pc:picChg chg="mod">
          <ac:chgData name="Sakari Nahi" userId="c88f121d-2ae9-4c5d-9841-9fad25afcf24" providerId="ADAL" clId="{7D1F4730-92BF-4F79-AAC7-C2C1F21A8EB5}" dt="2026-09-29T05:20:02.870" v="181" actId="1076"/>
          <ac:picMkLst>
            <pc:docMk/>
            <pc:sldMk cId="2966022281" sldId="2147482544"/>
            <ac:picMk id="27" creationId="{7108D6F0-D4D4-E635-FA06-3C14DB24B587}"/>
          </ac:picMkLst>
        </pc:picChg>
        <pc:picChg chg="mod">
          <ac:chgData name="Sakari Nahi" userId="c88f121d-2ae9-4c5d-9841-9fad25afcf24" providerId="ADAL" clId="{7D1F4730-92BF-4F79-AAC7-C2C1F21A8EB5}" dt="2026-09-29T05:20:02.870" v="181" actId="1076"/>
          <ac:picMkLst>
            <pc:docMk/>
            <pc:sldMk cId="2966022281" sldId="2147482544"/>
            <ac:picMk id="28" creationId="{F5DA070B-FCC2-3CA6-5B5C-E33FCD85D662}"/>
          </ac:picMkLst>
        </pc:picChg>
        <pc:picChg chg="mod">
          <ac:chgData name="Sakari Nahi" userId="c88f121d-2ae9-4c5d-9841-9fad25afcf24" providerId="ADAL" clId="{7D1F4730-92BF-4F79-AAC7-C2C1F21A8EB5}" dt="2026-09-29T05:20:02.870" v="181" actId="1076"/>
          <ac:picMkLst>
            <pc:docMk/>
            <pc:sldMk cId="2966022281" sldId="2147482544"/>
            <ac:picMk id="29" creationId="{BFA0B61B-A2E0-D2F7-60F6-EB8F8D0BDD4E}"/>
          </ac:picMkLst>
        </pc:picChg>
        <pc:picChg chg="mod">
          <ac:chgData name="Sakari Nahi" userId="c88f121d-2ae9-4c5d-9841-9fad25afcf24" providerId="ADAL" clId="{7D1F4730-92BF-4F79-AAC7-C2C1F21A8EB5}" dt="2026-09-29T05:20:02.870" v="181" actId="1076"/>
          <ac:picMkLst>
            <pc:docMk/>
            <pc:sldMk cId="2966022281" sldId="2147482544"/>
            <ac:picMk id="30" creationId="{B70E0B3E-58CE-2929-4198-4A45513980C1}"/>
          </ac:picMkLst>
        </pc:picChg>
        <pc:picChg chg="mod">
          <ac:chgData name="Sakari Nahi" userId="c88f121d-2ae9-4c5d-9841-9fad25afcf24" providerId="ADAL" clId="{7D1F4730-92BF-4F79-AAC7-C2C1F21A8EB5}" dt="2026-09-29T05:20:02.870" v="181" actId="1076"/>
          <ac:picMkLst>
            <pc:docMk/>
            <pc:sldMk cId="2966022281" sldId="2147482544"/>
            <ac:picMk id="31" creationId="{D3153B31-EB89-BBBB-9810-C9ABC7789AAA}"/>
          </ac:picMkLst>
        </pc:picChg>
      </pc:sldChg>
      <pc:sldChg chg="ord">
        <pc:chgData name="Sakari Nahi" userId="c88f121d-2ae9-4c5d-9841-9fad25afcf24" providerId="ADAL" clId="{7D1F4730-92BF-4F79-AAC7-C2C1F21A8EB5}" dt="2026-09-29T05:47:01.150" v="203"/>
        <pc:sldMkLst>
          <pc:docMk/>
          <pc:sldMk cId="3301578900" sldId="2147482547"/>
        </pc:sldMkLst>
      </pc:sldChg>
      <pc:sldChg chg="modSp ord">
        <pc:chgData name="Sakari Nahi" userId="c88f121d-2ae9-4c5d-9841-9fad25afcf24" providerId="ADAL" clId="{7D1F4730-92BF-4F79-AAC7-C2C1F21A8EB5}" dt="2026-09-29T05:46:12.445" v="201"/>
        <pc:sldMkLst>
          <pc:docMk/>
          <pc:sldMk cId="2901713026" sldId="2147482549"/>
        </pc:sldMkLst>
        <pc:graphicFrameChg chg="mod">
          <ac:chgData name="Sakari Nahi" userId="c88f121d-2ae9-4c5d-9841-9fad25afcf24" providerId="ADAL" clId="{7D1F4730-92BF-4F79-AAC7-C2C1F21A8EB5}" dt="2026-09-29T05:43:10.502" v="195" actId="21"/>
          <ac:graphicFrameMkLst>
            <pc:docMk/>
            <pc:sldMk cId="2901713026" sldId="2147482549"/>
            <ac:graphicFrameMk id="3" creationId="{A0019B77-4463-4046-863B-8B290FD7FF12}"/>
          </ac:graphicFrameMkLst>
        </pc:graphicFrameChg>
      </pc:sldChg>
      <pc:sldChg chg="ord">
        <pc:chgData name="Sakari Nahi" userId="c88f121d-2ae9-4c5d-9841-9fad25afcf24" providerId="ADAL" clId="{7D1F4730-92BF-4F79-AAC7-C2C1F21A8EB5}" dt="2026-09-29T05:38:44.050" v="193"/>
        <pc:sldMkLst>
          <pc:docMk/>
          <pc:sldMk cId="4121754834" sldId="2147482553"/>
        </pc:sldMkLst>
      </pc:sldChg>
      <pc:sldChg chg="ord">
        <pc:chgData name="Sakari Nahi" userId="c88f121d-2ae9-4c5d-9841-9fad25afcf24" providerId="ADAL" clId="{7D1F4730-92BF-4F79-AAC7-C2C1F21A8EB5}" dt="2026-09-29T05:47:01.150" v="203"/>
        <pc:sldMkLst>
          <pc:docMk/>
          <pc:sldMk cId="2079490891" sldId="2147482556"/>
        </pc:sldMkLst>
      </pc:sldChg>
      <pc:sldChg chg="delSp modSp setBg modAnim">
        <pc:chgData name="Sakari Nahi" userId="c88f121d-2ae9-4c5d-9841-9fad25afcf24" providerId="ADAL" clId="{7D1F4730-92BF-4F79-AAC7-C2C1F21A8EB5}" dt="2026-09-29T06:52:29.964" v="235"/>
        <pc:sldMkLst>
          <pc:docMk/>
          <pc:sldMk cId="0" sldId="2147482557"/>
        </pc:sldMkLst>
        <pc:spChg chg="mod topLvl">
          <ac:chgData name="Sakari Nahi" userId="c88f121d-2ae9-4c5d-9841-9fad25afcf24" providerId="ADAL" clId="{7D1F4730-92BF-4F79-AAC7-C2C1F21A8EB5}" dt="2026-09-28T16:11:49.076" v="0" actId="165"/>
          <ac:spMkLst>
            <pc:docMk/>
            <pc:sldMk cId="0" sldId="2147482557"/>
            <ac:spMk id="3" creationId="{00000000-0000-0000-0000-000000000000}"/>
          </ac:spMkLst>
        </pc:spChg>
        <pc:spChg chg="mod topLvl">
          <ac:chgData name="Sakari Nahi" userId="c88f121d-2ae9-4c5d-9841-9fad25afcf24" providerId="ADAL" clId="{7D1F4730-92BF-4F79-AAC7-C2C1F21A8EB5}" dt="2026-09-28T16:11:49.076" v="0" actId="165"/>
          <ac:spMkLst>
            <pc:docMk/>
            <pc:sldMk cId="0" sldId="2147482557"/>
            <ac:spMk id="4" creationId="{00000000-0000-0000-0000-000000000000}"/>
          </ac:spMkLst>
        </pc:spChg>
        <pc:spChg chg="mod">
          <ac:chgData name="Sakari Nahi" userId="c88f121d-2ae9-4c5d-9841-9fad25afcf24" providerId="ADAL" clId="{7D1F4730-92BF-4F79-AAC7-C2C1F21A8EB5}" dt="2026-09-28T16:30:38.673" v="30" actId="20577"/>
          <ac:spMkLst>
            <pc:docMk/>
            <pc:sldMk cId="0" sldId="2147482557"/>
            <ac:spMk id="8" creationId="{00000000-0000-0000-0000-000000000000}"/>
          </ac:spMkLst>
        </pc:spChg>
        <pc:spChg chg="mod">
          <ac:chgData name="Sakari Nahi" userId="c88f121d-2ae9-4c5d-9841-9fad25afcf24" providerId="ADAL" clId="{7D1F4730-92BF-4F79-AAC7-C2C1F21A8EB5}" dt="2026-09-29T05:08:06.285" v="52" actId="20577"/>
          <ac:spMkLst>
            <pc:docMk/>
            <pc:sldMk cId="0" sldId="2147482557"/>
            <ac:spMk id="11" creationId="{00000000-0000-0000-0000-000000000000}"/>
          </ac:spMkLst>
        </pc:spChg>
        <pc:grpChg chg="del">
          <ac:chgData name="Sakari Nahi" userId="c88f121d-2ae9-4c5d-9841-9fad25afcf24" providerId="ADAL" clId="{7D1F4730-92BF-4F79-AAC7-C2C1F21A8EB5}" dt="2026-09-28T16:11:49.076" v="0" actId="165"/>
          <ac:grpSpMkLst>
            <pc:docMk/>
            <pc:sldMk cId="0" sldId="2147482557"/>
            <ac:grpSpMk id="15" creationId="{E679B8B1-5F92-D234-7A7E-D98A01A2C2FD}"/>
          </ac:grpSpMkLst>
        </pc:grpChg>
      </pc:sldChg>
      <pc:sldChg chg="ord">
        <pc:chgData name="Sakari Nahi" userId="c88f121d-2ae9-4c5d-9841-9fad25afcf24" providerId="ADAL" clId="{7D1F4730-92BF-4F79-AAC7-C2C1F21A8EB5}" dt="2026-09-29T05:15:12.712" v="178"/>
        <pc:sldMkLst>
          <pc:docMk/>
          <pc:sldMk cId="0" sldId="2147482558"/>
        </pc:sldMkLst>
      </pc:sldChg>
      <pc:sldChg chg="ord setBg modAnim">
        <pc:chgData name="Sakari Nahi" userId="c88f121d-2ae9-4c5d-9841-9fad25afcf24" providerId="ADAL" clId="{7D1F4730-92BF-4F79-AAC7-C2C1F21A8EB5}" dt="2026-09-29T05:54:18.796" v="214"/>
        <pc:sldMkLst>
          <pc:docMk/>
          <pc:sldMk cId="0" sldId="2147482559"/>
        </pc:sldMkLst>
      </pc:sldChg>
      <pc:sldChg chg="addSp delSp modSp modAnim">
        <pc:chgData name="Sakari Nahi" userId="c88f121d-2ae9-4c5d-9841-9fad25afcf24" providerId="ADAL" clId="{7D1F4730-92BF-4F79-AAC7-C2C1F21A8EB5}" dt="2026-09-29T06:51:00.235" v="230"/>
        <pc:sldMkLst>
          <pc:docMk/>
          <pc:sldMk cId="0" sldId="2147482560"/>
        </pc:sldMkLst>
        <pc:spChg chg="add del mod">
          <ac:chgData name="Sakari Nahi" userId="c88f121d-2ae9-4c5d-9841-9fad25afcf24" providerId="ADAL" clId="{7D1F4730-92BF-4F79-AAC7-C2C1F21A8EB5}" dt="2026-09-28T16:35:48.465" v="32"/>
          <ac:spMkLst>
            <pc:docMk/>
            <pc:sldMk cId="0" sldId="2147482560"/>
            <ac:spMk id="27" creationId="{40BF040C-467F-7DEE-4E49-DA1430BD75F7}"/>
          </ac:spMkLst>
        </pc:spChg>
      </pc:sldChg>
      <pc:sldChg chg="ord modAnim">
        <pc:chgData name="Sakari Nahi" userId="c88f121d-2ae9-4c5d-9841-9fad25afcf24" providerId="ADAL" clId="{7D1F4730-92BF-4F79-AAC7-C2C1F21A8EB5}" dt="2026-09-29T06:51:05.879" v="231"/>
        <pc:sldMkLst>
          <pc:docMk/>
          <pc:sldMk cId="0" sldId="2147482561"/>
        </pc:sldMkLst>
      </pc:sldChg>
      <pc:sldChg chg="ord setBg modAnim">
        <pc:chgData name="Sakari Nahi" userId="c88f121d-2ae9-4c5d-9841-9fad25afcf24" providerId="ADAL" clId="{7D1F4730-92BF-4F79-AAC7-C2C1F21A8EB5}" dt="2026-09-29T06:51:16.859" v="233"/>
        <pc:sldMkLst>
          <pc:docMk/>
          <pc:sldMk cId="0" sldId="2147482562"/>
        </pc:sldMkLst>
      </pc:sldChg>
      <pc:sldChg chg="ord">
        <pc:chgData name="Sakari Nahi" userId="c88f121d-2ae9-4c5d-9841-9fad25afcf24" providerId="ADAL" clId="{7D1F4730-92BF-4F79-AAC7-C2C1F21A8EB5}" dt="2026-09-29T05:15:12.712" v="178"/>
        <pc:sldMkLst>
          <pc:docMk/>
          <pc:sldMk cId="0" sldId="2147482563"/>
        </pc:sldMkLst>
      </pc:sldChg>
      <pc:sldChg chg="ord setBg">
        <pc:chgData name="Sakari Nahi" userId="c88f121d-2ae9-4c5d-9841-9fad25afcf24" providerId="ADAL" clId="{7D1F4730-92BF-4F79-AAC7-C2C1F21A8EB5}" dt="2026-09-29T06:02:25.045" v="220"/>
        <pc:sldMkLst>
          <pc:docMk/>
          <pc:sldMk cId="0" sldId="2147482564"/>
        </pc:sldMkLst>
      </pc:sldChg>
      <pc:sldChg chg="ord">
        <pc:chgData name="Sakari Nahi" userId="c88f121d-2ae9-4c5d-9841-9fad25afcf24" providerId="ADAL" clId="{7D1F4730-92BF-4F79-AAC7-C2C1F21A8EB5}" dt="2026-09-29T06:08:34.938" v="227"/>
        <pc:sldMkLst>
          <pc:docMk/>
          <pc:sldMk cId="0" sldId="2147482565"/>
        </pc:sldMkLst>
      </pc:sldChg>
      <pc:sldChg chg="ord">
        <pc:chgData name="Sakari Nahi" userId="c88f121d-2ae9-4c5d-9841-9fad25afcf24" providerId="ADAL" clId="{7D1F4730-92BF-4F79-AAC7-C2C1F21A8EB5}" dt="2026-09-29T05:18:50.360" v="180"/>
        <pc:sldMkLst>
          <pc:docMk/>
          <pc:sldMk cId="0" sldId="2147482566"/>
        </pc:sldMkLst>
      </pc:sldChg>
      <pc:sldChg chg="modAnim">
        <pc:chgData name="Sakari Nahi" userId="c88f121d-2ae9-4c5d-9841-9fad25afcf24" providerId="ADAL" clId="{7D1F4730-92BF-4F79-AAC7-C2C1F21A8EB5}" dt="2026-09-29T06:52:22.674" v="234"/>
        <pc:sldMkLst>
          <pc:docMk/>
          <pc:sldMk cId="0" sldId="2147482567"/>
        </pc:sldMkLst>
      </pc:sldChg>
      <pc:sldChg chg="ord">
        <pc:chgData name="Sakari Nahi" userId="c88f121d-2ae9-4c5d-9841-9fad25afcf24" providerId="ADAL" clId="{7D1F4730-92BF-4F79-AAC7-C2C1F21A8EB5}" dt="2026-09-29T05:18:44.395" v="179"/>
        <pc:sldMkLst>
          <pc:docMk/>
          <pc:sldMk cId="0" sldId="2147482568"/>
        </pc:sldMkLst>
      </pc:sldChg>
      <pc:sldChg chg="ord">
        <pc:chgData name="Sakari Nahi" userId="c88f121d-2ae9-4c5d-9841-9fad25afcf24" providerId="ADAL" clId="{7D1F4730-92BF-4F79-AAC7-C2C1F21A8EB5}" dt="2026-09-29T05:20:25.664" v="182"/>
        <pc:sldMkLst>
          <pc:docMk/>
          <pc:sldMk cId="0" sldId="2147482569"/>
        </pc:sldMkLst>
      </pc:sldChg>
      <pc:sldChg chg="ord">
        <pc:chgData name="Sakari Nahi" userId="c88f121d-2ae9-4c5d-9841-9fad25afcf24" providerId="ADAL" clId="{7D1F4730-92BF-4F79-AAC7-C2C1F21A8EB5}" dt="2026-09-29T06:08:04.504" v="225"/>
        <pc:sldMkLst>
          <pc:docMk/>
          <pc:sldMk cId="0" sldId="2147482570"/>
        </pc:sldMkLst>
      </pc:sldChg>
      <pc:sldChg chg="ord">
        <pc:chgData name="Sakari Nahi" userId="c88f121d-2ae9-4c5d-9841-9fad25afcf24" providerId="ADAL" clId="{7D1F4730-92BF-4F79-AAC7-C2C1F21A8EB5}" dt="2026-09-29T05:46:49.197" v="202"/>
        <pc:sldMkLst>
          <pc:docMk/>
          <pc:sldMk cId="0" sldId="2147482573"/>
        </pc:sldMkLst>
      </pc:sldChg>
      <pc:sldChg chg="ord">
        <pc:chgData name="Sakari Nahi" userId="c88f121d-2ae9-4c5d-9841-9fad25afcf24" providerId="ADAL" clId="{7D1F4730-92BF-4F79-AAC7-C2C1F21A8EB5}" dt="2026-09-29T05:39:04.457" v="194"/>
        <pc:sldMkLst>
          <pc:docMk/>
          <pc:sldMk cId="0" sldId="2147482574"/>
        </pc:sldMkLst>
      </pc:sldChg>
      <pc:sldChg chg="addSp modSp">
        <pc:chgData name="Sakari Nahi" userId="c88f121d-2ae9-4c5d-9841-9fad25afcf24" providerId="ADAL" clId="{7D1F4730-92BF-4F79-AAC7-C2C1F21A8EB5}" dt="2026-09-28T16:39:25.842" v="33" actId="571"/>
        <pc:sldMkLst>
          <pc:docMk/>
          <pc:sldMk cId="2100813990" sldId="2147482580"/>
        </pc:sldMkLst>
        <pc:cxnChg chg="add mod">
          <ac:chgData name="Sakari Nahi" userId="c88f121d-2ae9-4c5d-9841-9fad25afcf24" providerId="ADAL" clId="{7D1F4730-92BF-4F79-AAC7-C2C1F21A8EB5}" dt="2026-09-28T16:39:25.842" v="33" actId="571"/>
          <ac:cxnSpMkLst>
            <pc:docMk/>
            <pc:sldMk cId="2100813990" sldId="2147482580"/>
            <ac:cxnSpMk id="2" creationId="{6994FDE2-BCC8-0AE9-D165-11006A8C2023}"/>
          </ac:cxnSpMkLst>
        </pc:cxnChg>
      </pc:sldChg>
      <pc:sldChg chg="ord">
        <pc:chgData name="Sakari Nahi" userId="c88f121d-2ae9-4c5d-9841-9fad25afcf24" providerId="ADAL" clId="{7D1F4730-92BF-4F79-AAC7-C2C1F21A8EB5}" dt="2026-09-29T05:08:16.812" v="53"/>
        <pc:sldMkLst>
          <pc:docMk/>
          <pc:sldMk cId="626763520" sldId="2147482585"/>
        </pc:sldMkLst>
      </pc:sldChg>
      <pc:sldChg chg="ord">
        <pc:chgData name="Sakari Nahi" userId="c88f121d-2ae9-4c5d-9841-9fad25afcf24" providerId="ADAL" clId="{7D1F4730-92BF-4F79-AAC7-C2C1F21A8EB5}" dt="2026-09-29T05:15:12.712" v="178"/>
        <pc:sldMkLst>
          <pc:docMk/>
          <pc:sldMk cId="1351662944" sldId="2147482589"/>
        </pc:sldMkLst>
      </pc:sldChg>
      <pc:sldChg chg="ord">
        <pc:chgData name="Sakari Nahi" userId="c88f121d-2ae9-4c5d-9841-9fad25afcf24" providerId="ADAL" clId="{7D1F4730-92BF-4F79-AAC7-C2C1F21A8EB5}" dt="2026-09-29T06:03:08.633" v="222"/>
        <pc:sldMkLst>
          <pc:docMk/>
          <pc:sldMk cId="3508422190" sldId="2147482591"/>
        </pc:sldMkLst>
      </pc:sldChg>
      <pc:sldChg chg="ord">
        <pc:chgData name="Sakari Nahi" userId="c88f121d-2ae9-4c5d-9841-9fad25afcf24" providerId="ADAL" clId="{7D1F4730-92BF-4F79-AAC7-C2C1F21A8EB5}" dt="2026-09-29T06:08:21.125" v="226"/>
        <pc:sldMkLst>
          <pc:docMk/>
          <pc:sldMk cId="40236644" sldId="2147482596"/>
        </pc:sldMkLst>
      </pc:sldChg>
      <pc:sldChg chg="modSp ord setBg modAnim">
        <pc:chgData name="Sakari Nahi" userId="c88f121d-2ae9-4c5d-9841-9fad25afcf24" providerId="ADAL" clId="{7D1F4730-92BF-4F79-AAC7-C2C1F21A8EB5}" dt="2026-09-29T05:54:27.570" v="215"/>
        <pc:sldMkLst>
          <pc:docMk/>
          <pc:sldMk cId="2522629776" sldId="2147482597"/>
        </pc:sldMkLst>
        <pc:spChg chg="mod">
          <ac:chgData name="Sakari Nahi" userId="c88f121d-2ae9-4c5d-9841-9fad25afcf24" providerId="ADAL" clId="{7D1F4730-92BF-4F79-AAC7-C2C1F21A8EB5}" dt="2026-09-28T19:20:36.117" v="36"/>
          <ac:spMkLst>
            <pc:docMk/>
            <pc:sldMk cId="2522629776" sldId="2147482597"/>
            <ac:spMk id="3" creationId="{A5FA2D96-7EDB-BBC5-72D2-EBD32DDCE7C6}"/>
          </ac:spMkLst>
        </pc:spChg>
      </pc:sldChg>
      <pc:sldChg chg="addSp delSp modSp ord">
        <pc:chgData name="Sakari Nahi" userId="c88f121d-2ae9-4c5d-9841-9fad25afcf24" providerId="ADAL" clId="{7D1F4730-92BF-4F79-AAC7-C2C1F21A8EB5}" dt="2026-09-29T05:49:18.742" v="204"/>
        <pc:sldMkLst>
          <pc:docMk/>
          <pc:sldMk cId="1708628664" sldId="2147482608"/>
        </pc:sldMkLst>
        <pc:spChg chg="add del mod">
          <ac:chgData name="Sakari Nahi" userId="c88f121d-2ae9-4c5d-9841-9fad25afcf24" providerId="ADAL" clId="{7D1F4730-92BF-4F79-AAC7-C2C1F21A8EB5}" dt="2026-09-29T05:32:42.330" v="192"/>
          <ac:spMkLst>
            <pc:docMk/>
            <pc:sldMk cId="1708628664" sldId="2147482608"/>
            <ac:spMk id="54" creationId="{B2E29263-6F86-8168-2973-CB563BB06741}"/>
          </ac:spMkLst>
        </pc:spChg>
        <pc:picChg chg="add">
          <ac:chgData name="Sakari Nahi" userId="c88f121d-2ae9-4c5d-9841-9fad25afcf24" providerId="ADAL" clId="{7D1F4730-92BF-4F79-AAC7-C2C1F21A8EB5}" dt="2026-09-29T05:27:13.742" v="183"/>
          <ac:picMkLst>
            <pc:docMk/>
            <pc:sldMk cId="1708628664" sldId="2147482608"/>
            <ac:picMk id="44" creationId="{6B8F1E2C-DE79-7F84-6EB4-A26DCC420E91}"/>
          </ac:picMkLst>
        </pc:picChg>
        <pc:picChg chg="add">
          <ac:chgData name="Sakari Nahi" userId="c88f121d-2ae9-4c5d-9841-9fad25afcf24" providerId="ADAL" clId="{7D1F4730-92BF-4F79-AAC7-C2C1F21A8EB5}" dt="2026-09-29T05:27:40.209" v="184"/>
          <ac:picMkLst>
            <pc:docMk/>
            <pc:sldMk cId="1708628664" sldId="2147482608"/>
            <ac:picMk id="45" creationId="{D0C73C35-C46C-6CF3-E311-BB5117F2D7CB}"/>
          </ac:picMkLst>
        </pc:picChg>
        <pc:picChg chg="add">
          <ac:chgData name="Sakari Nahi" userId="c88f121d-2ae9-4c5d-9841-9fad25afcf24" providerId="ADAL" clId="{7D1F4730-92BF-4F79-AAC7-C2C1F21A8EB5}" dt="2026-09-29T05:27:51.488" v="185"/>
          <ac:picMkLst>
            <pc:docMk/>
            <pc:sldMk cId="1708628664" sldId="2147482608"/>
            <ac:picMk id="46" creationId="{70DEC719-365A-3033-DD08-EC1ECF64A343}"/>
          </ac:picMkLst>
        </pc:picChg>
        <pc:picChg chg="add">
          <ac:chgData name="Sakari Nahi" userId="c88f121d-2ae9-4c5d-9841-9fad25afcf24" providerId="ADAL" clId="{7D1F4730-92BF-4F79-AAC7-C2C1F21A8EB5}" dt="2026-09-29T05:28:42.384" v="186"/>
          <ac:picMkLst>
            <pc:docMk/>
            <pc:sldMk cId="1708628664" sldId="2147482608"/>
            <ac:picMk id="47" creationId="{16BC7E9C-83CF-BD15-8583-B364CDBAE2FC}"/>
          </ac:picMkLst>
        </pc:picChg>
        <pc:picChg chg="add">
          <ac:chgData name="Sakari Nahi" userId="c88f121d-2ae9-4c5d-9841-9fad25afcf24" providerId="ADAL" clId="{7D1F4730-92BF-4F79-AAC7-C2C1F21A8EB5}" dt="2026-09-29T05:29:02.363" v="187"/>
          <ac:picMkLst>
            <pc:docMk/>
            <pc:sldMk cId="1708628664" sldId="2147482608"/>
            <ac:picMk id="48" creationId="{CA70CDAA-1BC6-160D-18B1-FD2C1D97724B}"/>
          </ac:picMkLst>
        </pc:picChg>
        <pc:picChg chg="add">
          <ac:chgData name="Sakari Nahi" userId="c88f121d-2ae9-4c5d-9841-9fad25afcf24" providerId="ADAL" clId="{7D1F4730-92BF-4F79-AAC7-C2C1F21A8EB5}" dt="2026-09-29T05:29:25.072" v="188"/>
          <ac:picMkLst>
            <pc:docMk/>
            <pc:sldMk cId="1708628664" sldId="2147482608"/>
            <ac:picMk id="51" creationId="{D9558BA6-AE7F-8B38-1E3C-D7638C44672A}"/>
          </ac:picMkLst>
        </pc:picChg>
        <pc:picChg chg="add">
          <ac:chgData name="Sakari Nahi" userId="c88f121d-2ae9-4c5d-9841-9fad25afcf24" providerId="ADAL" clId="{7D1F4730-92BF-4F79-AAC7-C2C1F21A8EB5}" dt="2026-09-29T05:30:55.402" v="189"/>
          <ac:picMkLst>
            <pc:docMk/>
            <pc:sldMk cId="1708628664" sldId="2147482608"/>
            <ac:picMk id="52" creationId="{589DCB78-D13E-5867-7D6A-6458D6EA00B3}"/>
          </ac:picMkLst>
        </pc:picChg>
        <pc:picChg chg="add">
          <ac:chgData name="Sakari Nahi" userId="c88f121d-2ae9-4c5d-9841-9fad25afcf24" providerId="ADAL" clId="{7D1F4730-92BF-4F79-AAC7-C2C1F21A8EB5}" dt="2026-09-29T05:31:43.257" v="190"/>
          <ac:picMkLst>
            <pc:docMk/>
            <pc:sldMk cId="1708628664" sldId="2147482608"/>
            <ac:picMk id="53" creationId="{67DC8F83-0E78-769F-2AA5-E2B64EA0B6EB}"/>
          </ac:picMkLst>
        </pc:picChg>
      </pc:sldChg>
      <pc:sldChg chg="modSp ord">
        <pc:chgData name="Sakari Nahi" userId="c88f121d-2ae9-4c5d-9841-9fad25afcf24" providerId="ADAL" clId="{7D1F4730-92BF-4F79-AAC7-C2C1F21A8EB5}" dt="2026-09-29T06:00:33.083" v="219"/>
        <pc:sldMkLst>
          <pc:docMk/>
          <pc:sldMk cId="490201377" sldId="2147482609"/>
        </pc:sldMkLst>
        <pc:graphicFrameChg chg="mod">
          <ac:chgData name="Sakari Nahi" userId="c88f121d-2ae9-4c5d-9841-9fad25afcf24" providerId="ADAL" clId="{7D1F4730-92BF-4F79-AAC7-C2C1F21A8EB5}" dt="2026-09-29T05:45:59.421" v="200"/>
          <ac:graphicFrameMkLst>
            <pc:docMk/>
            <pc:sldMk cId="490201377" sldId="2147482609"/>
            <ac:graphicFrameMk id="3" creationId="{AB18554D-1FBF-D7A9-A7DA-1CFCCFF6EBDC}"/>
          </ac:graphicFrameMkLst>
        </pc:graphicFrameChg>
      </pc:sldChg>
      <pc:sldChg chg="add ord setBg">
        <pc:chgData name="Sakari Nahi" userId="c88f121d-2ae9-4c5d-9841-9fad25afcf24" providerId="ADAL" clId="{7D1F4730-92BF-4F79-AAC7-C2C1F21A8EB5}" dt="2026-09-29T06:07:53.899" v="224"/>
        <pc:sldMkLst>
          <pc:docMk/>
          <pc:sldMk cId="1318250741" sldId="214748261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97E3F2F-0DD0-0F4B-8883-5CE9BA3BEFF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fi-FI"/>
              <a:t>Zure Oy</a:t>
            </a:r>
          </a:p>
        </p:txBody>
      </p:sp>
      <p:sp>
        <p:nvSpPr>
          <p:cNvPr id="3" name="Date Placeholder 2">
            <a:extLst>
              <a:ext uri="{FF2B5EF4-FFF2-40B4-BE49-F238E27FC236}">
                <a16:creationId xmlns:a16="http://schemas.microsoft.com/office/drawing/2014/main" id="{E3E0C08C-81B5-7249-B780-9F47CF6AC54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EB822A-76DD-47ED-B361-084EA0023FF4}" type="datetime1">
              <a:rPr lang="fi-FI" smtClean="0"/>
              <a:t>28.9.2026</a:t>
            </a:fld>
            <a:endParaRPr lang="fi-FI"/>
          </a:p>
        </p:txBody>
      </p:sp>
      <p:sp>
        <p:nvSpPr>
          <p:cNvPr id="4" name="Footer Placeholder 3">
            <a:extLst>
              <a:ext uri="{FF2B5EF4-FFF2-40B4-BE49-F238E27FC236}">
                <a16:creationId xmlns:a16="http://schemas.microsoft.com/office/drawing/2014/main" id="{7B0FE7D9-A31B-9842-94AF-080628511F2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fi-FI"/>
              <a:t>www.zure.com</a:t>
            </a:r>
          </a:p>
        </p:txBody>
      </p:sp>
      <p:sp>
        <p:nvSpPr>
          <p:cNvPr id="5" name="Slide Number Placeholder 4">
            <a:extLst>
              <a:ext uri="{FF2B5EF4-FFF2-40B4-BE49-F238E27FC236}">
                <a16:creationId xmlns:a16="http://schemas.microsoft.com/office/drawing/2014/main" id="{C5C94E60-9975-4C44-AEDF-2396FBF6B94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0B23E8A-A2D8-BB44-8E7A-4A49C5EC275B}" type="slidenum">
              <a:rPr lang="fi-FI" smtClean="0"/>
              <a:t>‹#›</a:t>
            </a:fld>
            <a:endParaRPr lang="fi-FI"/>
          </a:p>
        </p:txBody>
      </p:sp>
    </p:spTree>
    <p:extLst>
      <p:ext uri="{BB962C8B-B14F-4D97-AF65-F5344CB8AC3E}">
        <p14:creationId xmlns:p14="http://schemas.microsoft.com/office/powerpoint/2010/main" val="87908824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1926671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thing is certain: our job has changed. In the past, when we coded, we got into a state called flow. A single problem consumed all our focus and effort, we got into the flow of fixing and solving it, and it was magnificent.</a:t>
            </a:r>
          </a:p>
          <a:p>
            <a:r>
              <a:t>Now we've lost that flow. Engineering with AI, developing with AI, or just vibe coding, has changed our jobs so that there's no more flow. There are parallel tracks of implementation, and you as the expert jump from agent to agent, from terminal to terminal. While an agent is working, you may feel a little useless, even though you're delivering all the time. So while it builds, you fill that time with something else: speccing, reviewing, or spinning up another agent so it can cook something more. And then you have two tracks to follow.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don't have the answer. I wish I had a silver bullet, a clean story for all of you about what the future is, how you should work, and how you should build the thing you're building. Unfortunately I don't have the answer, and neither do these people.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I know is that vibe coding, one-shotting, is like the Finnish saying about peeing your pants in winter: it warms you for a while, but in the end it freezes the important bits. That's what speed without verification feels like. In Sonar's 2026 survey, 88% of developers reported that AI had a negative effect on tech debt, and 53% pointed to code that looks right but hides defects. And quality isn't the only thing that catches up with you later. The bill does too.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Sakari from Zure. Most of the next 40 minutes happen live: five AI agents are going to build the same thing at the same time, and at the end we'll measure which of them did best. If anything on screen was prepared in advance, I'll tell you.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one number from home. A colleague of mine spent about 185,000 euros' worth of tokens from January to August. That's eight months, so roughly 23,000 euros a month, from one person. Nobody was being careless, which is the point: without looking at what goes into the context, this is where it ends up. Every token you feed the agent costs money, and you pay for it again on every call that follows. Managing the context is managing the cost, and we'll come back to 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where do tokens like that go? Into loops like this one. One way to get quality out of an agent is to give it another agent whose only job is to say no. Matt Shumer tried it as far as it goes. His whole prompt was one paragraph: build a first-person shooter at the level of the latest Call of Duty, in Three.js, fan out sub-agents, loop on each part, and have a separate, really harsh critic check every part visually, side by side and blind against the real game, and don't stop until it is utterly wowed. That is the gauntlet loop.</a:t>
            </a:r>
          </a:p>
          <a:p>
            <a:r>
              <a:t>What came out is about 55,000 lines over eleven subsystems, with no art assets at all: every texture, mesh and sound is generated from code. And he is honest about the result. The critics' scores went from 3.59 to 5.05 out of 10, and in the blind comparison every critic in every round still picked the real Call of Duty. A critic that is never satisfied keeps the loop running, which is the point, and also the bill.</a:t>
            </a:r>
          </a:p>
          <a:p>
            <a:r>
              <a:t>Two lessons from his write-up fit this talk. First, sequential passes with one owner per coupled problem beat parallel fan-out clearly: six agents each owning a folder kept breaking each other's assumptions, and one owner moved the score twice as much and cut the defects from 66 to 26. Second, the best fix came from an agent contradicting its own brief, because the critics had been describing the symptom, not the cause. Keep that in mind when we look at firstmate's crew.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process the rest of the talk follows, and it's the one we always had: spec, implement, QA, deploy. What's new is who does each step, and what keeps them honest. Spec: say what you want and why, before any code exists. Implement: the agent builds, inside a harness of guides and sensors. QA: prove it works, with numbers rather than vibes. Deploy: put it in front of real people, and watch the bill. The harness and the skills aren't a step of their own; they run through all four, and skills are how anything you had to tell the agent twice gets kept for next time.</a:t>
            </a:r>
          </a:p>
          <a:p>
            <a:r>
              <a:t>We'll take the four in order, and while we do, five agents go through the same process live.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step: the spec. Before an agent writes a line, we agree on what we're building and why. This is where context engineering starts, because the spec is the first and most important thing the agent reads.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spec says what to build and why, and leaves the how to the build. Anthropic found that when their planner spelled out the implementation, its mistakes cascaded into everything after it. "Real-time multiplayer" is a spec, while "WebSockets on Redis" is a guess about the solution. Birgitta Böckeler describes three levels, spec-first, spec-anchored and spec-as-source, and finds that almost every tool today is really spec-first. More and more, the spec step is itself a skill, like OpenSpec or Pocock's grill-me and to-spec.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OpenSpec is one of those spec skills, and its process fits on one line. You set it up once with openspec init, which installs its commands into your agent. Then every change goes the same way. Explore first: the agent maps the problem and reads the code. Propose writes the change down as plain markdown, a proposal, the spec changes, a design and a task list, and that's the moment you review it, before any code exists. Apply builds the tasks, verify checks that what got built matches the spec, and archive files the finished change away, so the specs folder stays a readable record of how the system works. It's spec-first in Böckeler's terms, with the specs kept around afterwards.</a:t>
            </a:r>
          </a:p>
          <a:p>
            <a:r>
              <a:t>[LIVE peek: which runs wrote a spec without being asked? Compare Pocock's spec with the raw run, which has none.]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step: implement. This is where the agents spend most of the talk, and where harness engineering does its work: the rules and skills that steer the agent, and the tests and checks that tell it when it went wrong.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Ryan Lopopolo at OpenAI coined "harness engineering", and his team shipped about a million lines of code without writing any of it by hand. All five runs today use the same model, so the harness is the only thing we're varying.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the agents are doing. Each run's name says what it gets: a skill pack, or raw for none, and a thinking effort, low or medium.</a:t>
            </a:r>
          </a:p>
          <a:p>
            <a:r>
              <a:t>raw-med, in cyan, is the baseline: no skills, medium thinking effort. Compare it with raw-low and only the effort changes. Thinking effort is how hard the model reasons before it answers. I left out high because it wouldn't finish in the time we have, which tells you something too.</a:t>
            </a:r>
          </a:p>
          <a:p>
            <a:r>
              <a:t>Compare the baseline with the other three and only the skill pack changes: Everything Claude Code, firstmate, and Matt Pocock's skills.</a:t>
            </a:r>
          </a:p>
          <a:p>
            <a:r>
              <a:t>Every run is one sample, so small gaps can be chance. Keep that in mind when we read the scoreboard.</a:t>
            </a:r>
          </a:p>
          <a:p>
            <a:r>
              <a:t>[Switch to herdr.] This is what it looks like: one workspace per run, and the dots show who's working and who's stuck. On autopilot, a stuck dot means a skill pack is waiting for a human who isn't coming.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Thinking effort has a price. Slopalytics plots every model's score on the Artificial Analysis intelligence index against what one task costs, with a dot for each reasoning level. Each line climbs and then flattens: the last few points of intelligence are the expensive ones. Opus 5.5, the model building our games, costs about 55 cents a task at low effort and about six dollars at max, more than ten times as much, and the full index run at max cost them about 9,000 dollars. So effort isn't free, and it's one of the things we're comparing today: one of the five runs uses low effort, the rest medium. Keep this chart in mind when we get to the results.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Böckeler has a useful way to think about a harness. Guides steer the agent before it acts: AGENTS.md, skills and conventions. Sensors tell it how it did afterwards: tests, linters, hooks and a browser check. Keep the guides short and give the agent a map rather than a thousand-page manual.</a:t>
            </a:r>
          </a:p>
          <a:p>
            <a:r>
              <a:t>Every run here tests itself with Playwright, playing its own game as two players. On top of that there's a hidden test suite that none of the agents has seen, which acts as the referee at the end.</a:t>
            </a:r>
          </a:p>
          <a:p>
            <a:r>
              <a:t>[LIVE peek: firstmate's crew showing up as extra herdr panes.]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Guides ask the agent to behave: AGENTS.md, skills, conventions. State-based harnesses such as Statewright and Stately take the other route and make the process a hard rule. Each state says which tools the model may use, how many tries it gets, and where it may go next, and that's enforced at the protocol level, not in the prompt. Planning gets read-only tools; testing gets a shell, but only for test commands. So the agent can't edit code before it has read it, can't declare victory without running the tests, and can't be talked out of the process.</a:t>
            </a:r>
          </a:p>
          <a:p>
            <a:r>
              <a:t>For us, with a frontier model, it's an option rather than a must. Opus mostly follows a good AGENTS.md already, so the gain is repeatable, auditable runs rather than raw capability. Where it really pays off is local models. Statewright's headline result is a 13.8 GB local model that failed a SWE-bench task and then solved it 10 times out of 10 inside the state machine. That's the vendor's own run on five tasks, so treat it with care, and it doesn't rescue a model that's too small to hold the context. But if you develop on local models, for cost or because your code can't leave the building, structure is how you buy back the reliability that parameters gave you.</a:t>
            </a:r>
          </a:p>
          <a:p>
            <a:r>
              <a:t>The trade-off is rigidity: a strict workflow can deadlock, and real problems don't follow a neat flow. The middle ground is a state machine for the overall workflow and the safety gates, with the model reasoning freely inside each state.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skill is just a folder with a SKILL.md file, and it has been an open standard since December 2025. Only the names and descriptions load up front, and the full skill loads when it's relevant, which is why a pack of 300 skills can fit at all.</a:t>
            </a:r>
          </a:p>
          <a:p>
            <a:r>
              <a:t>The three packs take very different approaches. Pocock's is a focused flow that goes from grilling you about the idea to a spec, tickets and TDD. ECC tries to include everything, with about 70 agents, hooks and rules. firstmate isn't really a skill pack: you talk to one first mate, and it runs a crew of agents, each in its own worktree.</a:t>
            </a:r>
          </a:p>
          <a:p>
            <a:r>
              <a:t>Whatever you install, remember that skills are a supply chain, and read them the way you'd read any dependency.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skill pack only changes anything if you use it the way it's meant to be used, so each run is driven the way its author tells you to drive it. The raw runs get the idea once and nothing else. ECC gets its own flow for a new feature: plan, confirm the plan, build it test-first, then review. firstmate gets one sentence, as if you were talking to the first mate, and it hands the work to a crew, each in its own worktree; you'll have seen those show up as extra panes. Pocock's gets the three commands you'd type yourself: grill me about the idea, write the spec, implement it. A small script sends the next command whenever the agent goes quiet.</a:t>
            </a:r>
          </a:p>
          <a:p>
            <a:r>
              <a:t>These packs all expect a human to answer questions, and on autopilot nobody does. So every run gets a product-owner agent that knows the full rules. It only answers specific questions, three at a time, and never hands over the rules wholesale. A pack that asks good questions learns the game; one that guesses doesn't.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talk about finding code, look at where the tokens actually go. In a long session most of the context isn't code at all: it's test runs, logs and JSON the agent asked for and needed one line of. And because the whole conversation goes back to the model on every call, you pay for that log again on every step that follows.</a:t>
            </a:r>
          </a:p>
          <a:p>
            <a:r>
              <a:t>Context Mode sits between the agent and the model API and folds that output before the model reads it. The full output is archived, so the agent can read it back by ID if it turns out to need it. It also keeps facts across sessions instead of compacting them away, and it can check tool calls against your own rules before they run. You install it with one npx command, and it works by changing Claude Code's base URL.</a:t>
            </a:r>
          </a:p>
          <a:p>
            <a:r>
              <a:t>Their own measurements, on Claude Code with Opus 5.5: a 30-step session went from about 331,000 tokens per call to about 76,000, and across 168 paired runs, 155 were cheaper, with every task still passing in both arms. Those are the vendor's numbers, so measure on your own work. Keeping the noise out of the context is half of the story. The other half is reading less in the first place.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 is the agent's working memory, and every token in it costs money and attention. Without a search tool, an agent finds its way the slow way: it greps, opens a file, opens the next one, and pays for every line it reads, and it only sees the one repository it's sitting in. Give it a search index instead, and "where is this defined, who calls it, how did the other team solve this" is one call that returns a handful of exact hits. That means fewer tokens, less noise in the context and fewer wrong guesses. In Böckeler's terms, search is a guide.</a:t>
            </a:r>
          </a:p>
          <a:p>
            <a:r>
              <a:t>Two tools do this. Sourcebot is self-hosted: one Docker container, your code never leaves your own deployment, and it's free for up to five users. Its MCP server gives Claude Code or Cursor context across every repository in the organisation, and you can also ask it questions in plain English and get answers with citations. Sourcegraph indexes all of your repositories, and its MCP server gives agents precise code intelligence and exact, exhaustive search; their own pitch is "make every token count". It also does Deep Search, plain-English questions with grounded answers.</a:t>
            </a:r>
          </a:p>
          <a:p>
            <a:r>
              <a:t>[Time's up. Run deploy.sh and scoreboard.sh.]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step: QA. The agents say they're done; now we find out. Agentic TDD, hidden acceptance tests, mutation scores and a critic agent: different ways of asking the same question, does it actually work?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Writing code costs almost nothing now. What still costs something is knowing that the code is right: deciding what "done" means and building a loop that proves it. As experts, we're spending less of our time typing code and more of it verifying quality.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2020, 41% of organisations said they had fully adopted test-driven development, but only 8% of developers actually wrote their tests first most of the time. Writing tests first was simply too expensive for most of us. Now it's one line to an agent, so the cost that kept it at 8% has mostly disappeared. Nobody has measured the new number yet, so let's do it here: who wrote tests first before 2024, and who asks an agent to do it now?</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Simon Willison noticed that every good model understands that one line: write the tests, watch them fail, then make them pass. Kent Beck calls TDD a superpower when you work with agents, and describes the agent as an unpredictable genie; he has watched agents delete tests just to get to green. There's a nuance from research, too. The TDAD paper found that generic "do TDD" instructions made small models worse, while telling the agent which tests a change affects cut regressions by 70%. Context helps more than ceremony.</a:t>
            </a:r>
          </a:p>
          <a:p>
            <a:r>
              <a:t>[LIVE peek: which runs have written tests, and has anyone deleted one?]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answer "which one is better" in a way you can trust, we ask the AI last, not first.</a:t>
            </a:r>
          </a:p>
          <a:p>
            <a:r>
              <a:t>First, does it work? We count how many of each run's own Playwright tests pass, and then run the hidden two-player suite that none of them has seen. A run that passes its own tests but fails the hidden ones has tested the wrong thing.</a:t>
            </a:r>
          </a:p>
          <a:p>
            <a:r>
              <a:t>Second, is the code any good? We run real tools with the same configuration for every run: strict types, our lint rules, complexity, duplication and Semgrep. We also run mutation testing, where Stryker changes the code on purpose and checks whether the run's tests notice. That's the best single answer to whether the tests are real.</a:t>
            </a:r>
          </a:p>
          <a:p>
            <a:r>
              <a:t>Third, what did it cost, in tokens, dollars and minutes?</a:t>
            </a:r>
          </a:p>
          <a:p>
            <a:r>
              <a:t>Fourth, what does a blinded AI reviewer think? It uses a rubric and a different model from the builder, and we take the median of three passes. Its scores sit in their own rows and are labelled as opinion.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[Fill in from scoreboard.md, or show it live.] One scoreboard for all five runs; for now, look at the first two. So what did medium thinking buy us, and what did it cost? Look at cost next to quality rather than quality alone. If the low-effort run looked finished first but failed the two-player test, remember the boots.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[Fill in from scoreboard.md.] The same scoreboard, now the other four columns: same model, same prompt, same effort, and a different discipline. Compare each pack with the raw-med baseline. Each run is one sample, so treat a small gap as a tie. Then ask whether 300 skills helped or just used up context, and which pack got stuck waiting for a human.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step: deploy. Working on my laptop isn't the finish line. We play the games, and talk about what this way of working costs and where it fits in real business work.</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Scan one of the codes, find a neighbour and play. Afterwards, a quick show of hands: which one felt right? That isn't data, but it's the part the tools can't measure. [For a Finnish room: two players per game suits us fine, since we like our personal space. Covid only took us from five metres down to two.]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code is cheap, other questions become more important: is this the right thing to build, and does it actually work for the person using it? Designers are already moving from Figma to delivering repos, or at least handing their work over through MCP. The bottleneck is moving from writing code to judgement.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tends to happen when a team adopts this. First comes the excitement, because you really do ship faster. Then the token bill arrives. The answer isn't fewer agents but less context per agent: tests that print only what failed, so other agents don't have to rerun everything; one searchable view across your repos over MCP, with something like Sourcegraph or Sourcebot; tools like context-mode that index command output instead of pouring it into the context; and choosing the thinking effort per task, low for mechanical edits and higher for planning and review. You've just seen what that trade-off looks like.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to take home, one per step. Spec: say what you want and why, keep it small, and let a tool like OpenSpec or a grilling skill draw it out of you. Implement: the model matters less than the harness around it, so give the agent guides before it acts and sensors after, and watch its context, because that's where the money goes. QA: measure, don't trust: hidden acceptance tests, mutation scores and cost side by side, with an AI reviewer last. Deploy: put it in front of real people, and keep an eye on the bill; 185,000 euros in eight months is what happens when nobody does. And whatever you had to tell an agent twice, keep as a skill. Thank you.</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likely questions have appendix slides: does AI actually make us faster, and isn't spec-driven development just waterfall again?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DHH said this on Lex Fridman: we used to sit with one problem, think about it, focus on it, and eventually drop into flow. For many of us that was the best part of the job. ThePrimeagen calls what's happening now the end of an era, and I think he's right. Hands up if you've told yourself "just one more prompt" at eleven at night. We don't sit with one problem any more. We juggle several agents at once, and the deep focus is mostly gone.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did we get in exchange? The ability to deliver much more than one person could before. Right now five builds are running in parallel on this laptop, and that would have been a team's week of work not long ago. The question for the rest of this talk is how to make that extra capacity something you can trust.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February 2025 Karpathy gave us "vibe coding": you accept whatever comes back and see whether it runs. A year later, in February 2026, he named the grown-up version "agentic engineering". The tools are the same; what changed is the discipline around them, and that discipline is what this talk is about.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Underneath all of this is one problem: a model is non-deterministic, and every step of that loop exists to add enough constraints and rules that the output becomes predictable enough to trust. Skills and harnesses are how we get there. Some teams write their own and some install them from the internet, and both are fine as long as you read what you install.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METR's 2025 trial found that experienced developers were 19% slower with AI, while they believed they had been 20% faster. The 2026 follow-up leaned towards a speedup, but METR itself called the result unreliable, partly because developers refused to work without AI for the control group. The evidence is messy, which is one more reason to measure your own loop the way we just did.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the Hacker News critique of heavy spec-driven development. The answer is to keep the specs tiny and the loops minutes long, and to update the spec whenever the build teaches you something. If your spec runs longer than three pages, it's too big.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part of a harness exists because of something the model couldn't do on its own, so as models improve, parts of it turn into dead weight; Anthropic has removed parts of its own harness for exactly that reason. Rerun this comparison every few months. That's what the talks folder in the repo is for.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eg"/><Relationship Id="rId3" Type="http://schemas.openxmlformats.org/officeDocument/2006/relationships/image" Target="../media/image14.png"/><Relationship Id="rId4" Type="http://schemas.openxmlformats.org/officeDocument/2006/relationships/image" Target="../media/image7.png"/><Relationship Id="rId5"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e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e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emf"/><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jpe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27.png"/><Relationship Id="rId4"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28.png"/><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29.png"/><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30.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 Id="rId3"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30.png"/><Relationship Id="rId4" Type="http://schemas.openxmlformats.org/officeDocument/2006/relationships/image" Target="../media/image36.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6.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6.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eg"/><Relationship Id="rId3" Type="http://schemas.openxmlformats.org/officeDocument/2006/relationships/image" Target="../media/image37.png"/><Relationship Id="rId4" Type="http://schemas.openxmlformats.org/officeDocument/2006/relationships/image" Target="../media/image6.png"/><Relationship Id="rId5" Type="http://schemas.openxmlformats.org/officeDocument/2006/relationships/image" Target="../media/image36.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eg"/><Relationship Id="rId3" Type="http://schemas.openxmlformats.org/officeDocument/2006/relationships/image" Target="../media/image9.png"/><Relationship Id="rId4" Type="http://schemas.openxmlformats.org/officeDocument/2006/relationships/image" Target="../media/image37.png"/><Relationship Id="rId5" Type="http://schemas.openxmlformats.org/officeDocument/2006/relationships/image" Target="../media/image3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eg"/><Relationship Id="rId3" Type="http://schemas.openxmlformats.org/officeDocument/2006/relationships/image" Target="../media/image11.png"/><Relationship Id="rId4" Type="http://schemas.openxmlformats.org/officeDocument/2006/relationships/image" Target="../media/image38.png"/><Relationship Id="rId5" Type="http://schemas.openxmlformats.org/officeDocument/2006/relationships/image" Target="../media/image36.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jpeg"/><Relationship Id="rId3" Type="http://schemas.openxmlformats.org/officeDocument/2006/relationships/image" Target="../media/image14.png"/><Relationship Id="rId4" Type="http://schemas.openxmlformats.org/officeDocument/2006/relationships/image" Target="../media/image37.png"/><Relationship Id="rId5" Type="http://schemas.openxmlformats.org/officeDocument/2006/relationships/image" Target="../media/image36.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jpeg"/><Relationship Id="rId3" Type="http://schemas.openxmlformats.org/officeDocument/2006/relationships/image" Target="../media/image37.png"/><Relationship Id="rId4" Type="http://schemas.openxmlformats.org/officeDocument/2006/relationships/image" Target="../media/image19.png"/><Relationship Id="rId5" Type="http://schemas.openxmlformats.org/officeDocument/2006/relationships/image" Target="../media/image36.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emf"/><Relationship Id="rId3" Type="http://schemas.openxmlformats.org/officeDocument/2006/relationships/image" Target="../media/image22.png"/><Relationship Id="rId4" Type="http://schemas.openxmlformats.org/officeDocument/2006/relationships/image" Target="../media/image39.png"/><Relationship Id="rId5" Type="http://schemas.openxmlformats.org/officeDocument/2006/relationships/image" Target="../media/image36.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jpeg"/><Relationship Id="rId3" Type="http://schemas.openxmlformats.org/officeDocument/2006/relationships/image" Target="../media/image37.png"/><Relationship Id="rId4" Type="http://schemas.openxmlformats.org/officeDocument/2006/relationships/image" Target="../media/image25.png"/><Relationship Id="rId5" Type="http://schemas.openxmlformats.org/officeDocument/2006/relationships/image" Target="../media/image36.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27.png"/><Relationship Id="rId4" Type="http://schemas.openxmlformats.org/officeDocument/2006/relationships/image" Target="../media/image36.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28.png"/><Relationship Id="rId4" Type="http://schemas.openxmlformats.org/officeDocument/2006/relationships/image" Target="../media/image36.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29.png"/><Relationship Id="rId4" Type="http://schemas.openxmlformats.org/officeDocument/2006/relationships/image" Target="../media/image36.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30.png"/><Relationship Id="rId4" Type="http://schemas.openxmlformats.org/officeDocument/2006/relationships/image" Target="../media/image36.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36.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png"/><Relationship Id="rId3" Type="http://schemas.openxmlformats.org/officeDocument/2006/relationships/image" Target="../media/image36.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png"/><Relationship Id="rId3" Type="http://schemas.openxmlformats.org/officeDocument/2006/relationships/image" Target="../media/image36.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png"/><Relationship Id="rId3" Type="http://schemas.openxmlformats.org/officeDocument/2006/relationships/image" Target="../media/image36.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36.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36.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36.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36.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3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ight: Title">
    <p:spTree>
      <p:nvGrpSpPr>
        <p:cNvPr id="1" name=""/>
        <p:cNvGrpSpPr/>
        <p:nvPr/>
      </p:nvGrpSpPr>
      <p:grpSpPr>
        <a:xfrm>
          <a:off x="0" y="0"/>
          <a:ext cx="0" cy="0"/>
          <a:chOff x="0" y="0"/>
          <a:chExt cx="0" cy="0"/>
        </a:xfrm>
      </p:grpSpPr>
      <p:pic>
        <p:nvPicPr>
          <p:cNvPr id="18" name="Picture 17" descr="Background pattern&#10;&#10;Description automatically generated">
            <a:extLst>
              <a:ext uri="{FF2B5EF4-FFF2-40B4-BE49-F238E27FC236}">
                <a16:creationId xmlns:a16="http://schemas.microsoft.com/office/drawing/2014/main" id="{5A469B4A-AAB8-3905-9D7A-E02B76F10675}"/>
              </a:ext>
            </a:extLst>
          </p:cNvPr>
          <p:cNvPicPr>
            <a:picLocks noChangeAspect="1"/>
          </p:cNvPicPr>
          <p:nvPr userDrawn="1"/>
        </p:nvPicPr>
        <p:blipFill>
          <a:blip r:embed="rId2" cstate="screen">
            <a:alphaModFix amt="35000"/>
            <a:extLst>
              <a:ext uri="{28A0092B-C50C-407E-A947-70E740481C1C}">
                <a14:useLocalDpi xmlns:a14="http://schemas.microsoft.com/office/drawing/2010/main"/>
              </a:ext>
            </a:extLst>
          </a:blip>
          <a:stretch>
            <a:fillRect/>
          </a:stretch>
        </p:blipFill>
        <p:spPr>
          <a:xfrm>
            <a:off x="0" y="-4999"/>
            <a:ext cx="12192002" cy="3108983"/>
          </a:xfrm>
          <a:prstGeom prst="rect">
            <a:avLst/>
          </a:prstGeom>
        </p:spPr>
      </p:pic>
      <p:pic>
        <p:nvPicPr>
          <p:cNvPr id="3" name="Picture 2" descr="A picture containing light&#10;&#10;Description automatically generated">
            <a:extLst>
              <a:ext uri="{FF2B5EF4-FFF2-40B4-BE49-F238E27FC236}">
                <a16:creationId xmlns:a16="http://schemas.microsoft.com/office/drawing/2014/main" id="{48428833-1084-247F-6E9E-FEF735413FC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rot="10800000">
            <a:off x="8071422" y="-3"/>
            <a:ext cx="4120578" cy="4200425"/>
          </a:xfrm>
          <a:prstGeom prst="rect">
            <a:avLst/>
          </a:prstGeom>
        </p:spPr>
      </p:pic>
      <p:pic>
        <p:nvPicPr>
          <p:cNvPr id="4" name="Picture 3" descr="A picture containing light&#10;&#10;Description automatically generated">
            <a:extLst>
              <a:ext uri="{FF2B5EF4-FFF2-40B4-BE49-F238E27FC236}">
                <a16:creationId xmlns:a16="http://schemas.microsoft.com/office/drawing/2014/main" id="{6AB5E85B-9EA7-D5B3-0ED8-DD7F0892A4DD}"/>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rot="10800000">
            <a:off x="-1" y="-2"/>
            <a:ext cx="2389067" cy="4789567"/>
          </a:xfrm>
          <a:prstGeom prst="rect">
            <a:avLst/>
          </a:prstGeom>
        </p:spPr>
      </p:pic>
      <p:sp>
        <p:nvSpPr>
          <p:cNvPr id="2" name="Title 1">
            <a:extLst>
              <a:ext uri="{FF2B5EF4-FFF2-40B4-BE49-F238E27FC236}">
                <a16:creationId xmlns:a16="http://schemas.microsoft.com/office/drawing/2014/main" id="{DD4566CE-FA0B-524E-8756-8962A82C2D36}"/>
              </a:ext>
            </a:extLst>
          </p:cNvPr>
          <p:cNvSpPr>
            <a:spLocks noGrp="1"/>
          </p:cNvSpPr>
          <p:nvPr>
            <p:ph type="ctrTitle" hasCustomPrompt="1"/>
          </p:nvPr>
        </p:nvSpPr>
        <p:spPr>
          <a:xfrm>
            <a:off x="720000" y="719999"/>
            <a:ext cx="10753200" cy="4680000"/>
          </a:xfrm>
          <a:prstGeom prst="rect">
            <a:avLst/>
          </a:prstGeom>
        </p:spPr>
        <p:txBody>
          <a:bodyPr anchor="ctr">
            <a:normAutofit/>
          </a:bodyPr>
          <a:lstStyle>
            <a:lvl1pPr algn="ctr">
              <a:defRPr sz="6400"/>
            </a:lvl1pPr>
          </a:lstStyle>
          <a:p>
            <a:r>
              <a:rPr lang="en-US"/>
              <a:t>Click to edit title</a:t>
            </a:r>
            <a:endParaRPr lang="fi-FI"/>
          </a:p>
        </p:txBody>
      </p:sp>
      <p:pic>
        <p:nvPicPr>
          <p:cNvPr id="7" name="Picture 6" descr="A picture containing computer, dark&#10;&#10;Description automatically generated">
            <a:extLst>
              <a:ext uri="{FF2B5EF4-FFF2-40B4-BE49-F238E27FC236}">
                <a16:creationId xmlns:a16="http://schemas.microsoft.com/office/drawing/2014/main" id="{C93E697F-112A-D401-2A72-4D7B67422E33}"/>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1023367" y="6478171"/>
            <a:ext cx="1010795" cy="249189"/>
          </a:xfrm>
          <a:prstGeom prst="rect">
            <a:avLst/>
          </a:prstGeom>
        </p:spPr>
      </p:pic>
    </p:spTree>
    <p:extLst>
      <p:ext uri="{BB962C8B-B14F-4D97-AF65-F5344CB8AC3E}">
        <p14:creationId xmlns:p14="http://schemas.microsoft.com/office/powerpoint/2010/main" val="14844244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ight: Title and Subtitle">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0C7C5DFF-6632-8EAD-DCBD-5855039BDB28}"/>
              </a:ext>
            </a:extLst>
          </p:cNvPr>
          <p:cNvPicPr>
            <a:picLocks noChangeAspect="1"/>
          </p:cNvPicPr>
          <p:nvPr userDrawn="1"/>
        </p:nvPicPr>
        <p:blipFill>
          <a:blip r:embed="rId2" cstate="screen">
            <a:alphaModFix amt="35000"/>
            <a:extLst>
              <a:ext uri="{28A0092B-C50C-407E-A947-70E740481C1C}">
                <a14:useLocalDpi xmlns:a14="http://schemas.microsoft.com/office/drawing/2010/main"/>
              </a:ext>
            </a:extLst>
          </a:blip>
          <a:stretch>
            <a:fillRect/>
          </a:stretch>
        </p:blipFill>
        <p:spPr>
          <a:xfrm>
            <a:off x="0" y="-4999"/>
            <a:ext cx="12192002" cy="3108983"/>
          </a:xfrm>
          <a:prstGeom prst="rect">
            <a:avLst/>
          </a:prstGeom>
        </p:spPr>
      </p:pic>
      <p:pic>
        <p:nvPicPr>
          <p:cNvPr id="4" name="Picture 3" descr="A picture containing light&#10;&#10;Description automatically generated">
            <a:extLst>
              <a:ext uri="{FF2B5EF4-FFF2-40B4-BE49-F238E27FC236}">
                <a16:creationId xmlns:a16="http://schemas.microsoft.com/office/drawing/2014/main" id="{19B2B531-A85C-1035-7033-00CDEF96C4D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rot="10800000">
            <a:off x="8071422" y="-3"/>
            <a:ext cx="4120578" cy="4200425"/>
          </a:xfrm>
          <a:prstGeom prst="rect">
            <a:avLst/>
          </a:prstGeom>
        </p:spPr>
      </p:pic>
      <p:pic>
        <p:nvPicPr>
          <p:cNvPr id="5" name="Picture 4" descr="A picture containing light&#10;&#10;Description automatically generated">
            <a:extLst>
              <a:ext uri="{FF2B5EF4-FFF2-40B4-BE49-F238E27FC236}">
                <a16:creationId xmlns:a16="http://schemas.microsoft.com/office/drawing/2014/main" id="{532AD4B6-9410-78F4-5CF2-497B6F556BC5}"/>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rot="10800000">
            <a:off x="-1" y="-2"/>
            <a:ext cx="2389067" cy="4789567"/>
          </a:xfrm>
          <a:prstGeom prst="rect">
            <a:avLst/>
          </a:prstGeom>
        </p:spPr>
      </p:pic>
      <p:sp>
        <p:nvSpPr>
          <p:cNvPr id="2" name="Title 1">
            <a:extLst>
              <a:ext uri="{FF2B5EF4-FFF2-40B4-BE49-F238E27FC236}">
                <a16:creationId xmlns:a16="http://schemas.microsoft.com/office/drawing/2014/main" id="{DD4566CE-FA0B-524E-8756-8962A82C2D36}"/>
              </a:ext>
            </a:extLst>
          </p:cNvPr>
          <p:cNvSpPr>
            <a:spLocks noGrp="1"/>
          </p:cNvSpPr>
          <p:nvPr>
            <p:ph type="ctrTitle" hasCustomPrompt="1"/>
          </p:nvPr>
        </p:nvSpPr>
        <p:spPr>
          <a:xfrm>
            <a:off x="720000" y="360000"/>
            <a:ext cx="10753200" cy="3060000"/>
          </a:xfrm>
          <a:prstGeom prst="rect">
            <a:avLst/>
          </a:prstGeom>
        </p:spPr>
        <p:txBody>
          <a:bodyPr anchor="b">
            <a:normAutofit/>
          </a:bodyPr>
          <a:lstStyle>
            <a:lvl1pPr algn="ctr">
              <a:defRPr sz="6400"/>
            </a:lvl1pPr>
          </a:lstStyle>
          <a:p>
            <a:r>
              <a:rPr lang="en-US"/>
              <a:t>Click to edit title</a:t>
            </a:r>
            <a:endParaRPr lang="fi-FI"/>
          </a:p>
        </p:txBody>
      </p:sp>
      <p:sp>
        <p:nvSpPr>
          <p:cNvPr id="10" name="Text Placeholder 9">
            <a:extLst>
              <a:ext uri="{FF2B5EF4-FFF2-40B4-BE49-F238E27FC236}">
                <a16:creationId xmlns:a16="http://schemas.microsoft.com/office/drawing/2014/main" id="{74548EA6-2912-8742-8424-B4C74BA88D0D}"/>
              </a:ext>
            </a:extLst>
          </p:cNvPr>
          <p:cNvSpPr>
            <a:spLocks noGrp="1"/>
          </p:cNvSpPr>
          <p:nvPr>
            <p:ph type="body" sz="quarter" idx="13" hasCustomPrompt="1"/>
          </p:nvPr>
        </p:nvSpPr>
        <p:spPr>
          <a:xfrm>
            <a:off x="720000" y="3600000"/>
            <a:ext cx="10753200" cy="2160000"/>
          </a:xfrm>
        </p:spPr>
        <p:txBody>
          <a:bodyPr>
            <a:noAutofit/>
          </a:bodyPr>
          <a:lstStyle>
            <a:lvl1pPr marL="0" indent="0" algn="ctr">
              <a:buNone/>
              <a:defRPr sz="2400">
                <a:solidFill>
                  <a:schemeClr val="tx1"/>
                </a:solidFill>
              </a:defRPr>
            </a:lvl1pPr>
            <a:lvl2pPr algn="ctr">
              <a:defRPr sz="3600"/>
            </a:lvl2pPr>
            <a:lvl3pPr algn="ctr">
              <a:defRPr sz="3600"/>
            </a:lvl3pPr>
            <a:lvl4pPr algn="ctr">
              <a:defRPr sz="3600"/>
            </a:lvl4pPr>
            <a:lvl5pPr algn="ctr">
              <a:defRPr sz="3600"/>
            </a:lvl5pPr>
          </a:lstStyle>
          <a:p>
            <a:pPr lvl="0"/>
            <a:r>
              <a:rPr lang="en-US"/>
              <a:t>Click to edit subtitle</a:t>
            </a:r>
          </a:p>
        </p:txBody>
      </p:sp>
      <p:pic>
        <p:nvPicPr>
          <p:cNvPr id="7" name="Picture 6" descr="A picture containing computer, dark&#10;&#10;Description automatically generated">
            <a:extLst>
              <a:ext uri="{FF2B5EF4-FFF2-40B4-BE49-F238E27FC236}">
                <a16:creationId xmlns:a16="http://schemas.microsoft.com/office/drawing/2014/main" id="{10D2C53C-31A4-C42F-E03D-C0EF231EF166}"/>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1023367" y="6478171"/>
            <a:ext cx="1010795" cy="249189"/>
          </a:xfrm>
          <a:prstGeom prst="rect">
            <a:avLst/>
          </a:prstGeom>
        </p:spPr>
      </p:pic>
    </p:spTree>
    <p:extLst>
      <p:ext uri="{BB962C8B-B14F-4D97-AF65-F5344CB8AC3E}">
        <p14:creationId xmlns:p14="http://schemas.microsoft.com/office/powerpoint/2010/main" val="238430677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ight: Picture - Right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A03E95A9-FDBA-36C7-F1D3-ED2295251C51}"/>
              </a:ext>
            </a:extLst>
          </p:cNvPr>
          <p:cNvGrpSpPr/>
          <p:nvPr userDrawn="1"/>
        </p:nvGrpSpPr>
        <p:grpSpPr>
          <a:xfrm>
            <a:off x="3305048" y="-1"/>
            <a:ext cx="8886952" cy="6857997"/>
            <a:chOff x="3305048" y="-1"/>
            <a:chExt cx="8886952" cy="6857997"/>
          </a:xfrm>
        </p:grpSpPr>
        <p:pic>
          <p:nvPicPr>
            <p:cNvPr id="9" name="Picture 8" descr="A picture containing text, indoor, person, keyboard&#10;&#10;Description automatically generated">
              <a:extLst>
                <a:ext uri="{FF2B5EF4-FFF2-40B4-BE49-F238E27FC236}">
                  <a16:creationId xmlns:a16="http://schemas.microsoft.com/office/drawing/2014/main" id="{467AF6AA-313E-6B21-3E1E-912F427540D1}"/>
                </a:ext>
              </a:extLst>
            </p:cNvPr>
            <p:cNvPicPr>
              <a:picLocks noChangeAspect="1"/>
            </p:cNvPicPr>
            <p:nvPr/>
          </p:nvPicPr>
          <p:blipFill rotWithShape="1">
            <a:blip r:embed="rId2" cstate="screen">
              <a:alphaModFix amt="75000"/>
              <a:extLst>
                <a:ext uri="{28A0092B-C50C-407E-A947-70E740481C1C}">
                  <a14:useLocalDpi xmlns:a14="http://schemas.microsoft.com/office/drawing/2010/main"/>
                </a:ext>
              </a:extLst>
            </a:blip>
            <a:srcRect/>
            <a:stretch/>
          </p:blipFill>
          <p:spPr>
            <a:xfrm>
              <a:off x="3311278" y="0"/>
              <a:ext cx="8880722" cy="6857996"/>
            </a:xfrm>
            <a:prstGeom prst="rect">
              <a:avLst/>
            </a:prstGeom>
            <a:gradFill flip="none" rotWithShape="1">
              <a:gsLst>
                <a:gs pos="17000">
                  <a:srgbClr val="191919"/>
                </a:gs>
                <a:gs pos="66000">
                  <a:srgbClr val="13545D"/>
                </a:gs>
              </a:gsLst>
              <a:lin ang="0" scaled="1"/>
              <a:tileRect/>
            </a:gradFill>
          </p:spPr>
        </p:pic>
        <p:pic>
          <p:nvPicPr>
            <p:cNvPr id="14" name="Picture 13" descr="Shape, rectangle&#10;&#10;Description automatically generated">
              <a:extLst>
                <a:ext uri="{FF2B5EF4-FFF2-40B4-BE49-F238E27FC236}">
                  <a16:creationId xmlns:a16="http://schemas.microsoft.com/office/drawing/2014/main" id="{ABCA14BB-F237-6D43-2F31-3C970CC07F01}"/>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rot="10800000">
              <a:off x="8142513" y="-1"/>
              <a:ext cx="4049485" cy="6857987"/>
            </a:xfrm>
            <a:prstGeom prst="rect">
              <a:avLst/>
            </a:prstGeom>
          </p:spPr>
        </p:pic>
        <p:pic>
          <p:nvPicPr>
            <p:cNvPr id="5" name="Picture 4" descr="Background pattern&#10;&#10;Description automatically generated">
              <a:extLst>
                <a:ext uri="{FF2B5EF4-FFF2-40B4-BE49-F238E27FC236}">
                  <a16:creationId xmlns:a16="http://schemas.microsoft.com/office/drawing/2014/main" id="{29436FE2-F876-F11B-8F11-713840EEA9A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3305048" y="-1"/>
              <a:ext cx="6854951" cy="6854951"/>
            </a:xfrm>
            <a:prstGeom prst="rect">
              <a:avLst/>
            </a:prstGeom>
          </p:spPr>
        </p:pic>
      </p:grpSp>
      <p:sp>
        <p:nvSpPr>
          <p:cNvPr id="7" name="Title 1">
            <a:extLst>
              <a:ext uri="{FF2B5EF4-FFF2-40B4-BE49-F238E27FC236}">
                <a16:creationId xmlns:a16="http://schemas.microsoft.com/office/drawing/2014/main" id="{18FA58AB-891C-F549-BE0B-E1447AA80211}"/>
              </a:ext>
            </a:extLst>
          </p:cNvPr>
          <p:cNvSpPr>
            <a:spLocks noGrp="1"/>
          </p:cNvSpPr>
          <p:nvPr>
            <p:ph type="title" hasCustomPrompt="1"/>
          </p:nvPr>
        </p:nvSpPr>
        <p:spPr>
          <a:xfrm>
            <a:off x="719999" y="360000"/>
            <a:ext cx="6479357" cy="1080000"/>
          </a:xfrm>
          <a:prstGeom prst="rect">
            <a:avLst/>
          </a:prstGeom>
        </p:spPr>
        <p:txBody>
          <a:bodyPr/>
          <a:lstStyle>
            <a:lvl1pPr>
              <a:lnSpc>
                <a:spcPct val="90000"/>
              </a:lnSpc>
              <a:defRPr/>
            </a:lvl1pPr>
          </a:lstStyle>
          <a:p>
            <a:r>
              <a:rPr lang="en-US"/>
              <a:t>Click to edit title</a:t>
            </a:r>
            <a:endParaRPr lang="fi-FI"/>
          </a:p>
        </p:txBody>
      </p:sp>
      <p:sp>
        <p:nvSpPr>
          <p:cNvPr id="10" name="Content Placeholder 9">
            <a:extLst>
              <a:ext uri="{FF2B5EF4-FFF2-40B4-BE49-F238E27FC236}">
                <a16:creationId xmlns:a16="http://schemas.microsoft.com/office/drawing/2014/main" id="{70EDF826-82C4-AF40-B123-47F791ADDD13}"/>
              </a:ext>
            </a:extLst>
          </p:cNvPr>
          <p:cNvSpPr>
            <a:spLocks noGrp="1"/>
          </p:cNvSpPr>
          <p:nvPr>
            <p:ph sz="quarter" idx="15" hasCustomPrompt="1"/>
          </p:nvPr>
        </p:nvSpPr>
        <p:spPr>
          <a:xfrm>
            <a:off x="719951" y="1620000"/>
            <a:ext cx="5760097" cy="4140000"/>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fi-FI"/>
          </a:p>
        </p:txBody>
      </p:sp>
      <p:pic>
        <p:nvPicPr>
          <p:cNvPr id="2" name="Picture 1" descr="A picture containing computer, dark&#10;&#10;Description automatically generated">
            <a:extLst>
              <a:ext uri="{FF2B5EF4-FFF2-40B4-BE49-F238E27FC236}">
                <a16:creationId xmlns:a16="http://schemas.microsoft.com/office/drawing/2014/main" id="{183E1302-8748-1F9B-C902-1077FF6357ED}"/>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1023367" y="6478171"/>
            <a:ext cx="1010795" cy="249189"/>
          </a:xfrm>
          <a:prstGeom prst="rect">
            <a:avLst/>
          </a:prstGeom>
        </p:spPr>
      </p:pic>
    </p:spTree>
    <p:extLst>
      <p:ext uri="{BB962C8B-B14F-4D97-AF65-F5344CB8AC3E}">
        <p14:creationId xmlns:p14="http://schemas.microsoft.com/office/powerpoint/2010/main" val="7269967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ight: Picture - Right 2">
    <p:bg>
      <p:bgPr>
        <a:solidFill>
          <a:schemeClr val="bg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6CAEAB4-89D4-4978-0475-C1727453A661}"/>
              </a:ext>
            </a:extLst>
          </p:cNvPr>
          <p:cNvGrpSpPr/>
          <p:nvPr userDrawn="1"/>
        </p:nvGrpSpPr>
        <p:grpSpPr>
          <a:xfrm>
            <a:off x="3305048" y="-1"/>
            <a:ext cx="8886952" cy="6858001"/>
            <a:chOff x="3305048" y="-1"/>
            <a:chExt cx="8886952" cy="6858001"/>
          </a:xfrm>
        </p:grpSpPr>
        <p:pic>
          <p:nvPicPr>
            <p:cNvPr id="3" name="Picture 2" descr="A person sitting in front of a computer&#10;&#10;Description automatically generated">
              <a:extLst>
                <a:ext uri="{FF2B5EF4-FFF2-40B4-BE49-F238E27FC236}">
                  <a16:creationId xmlns:a16="http://schemas.microsoft.com/office/drawing/2014/main" id="{BC6E8596-145B-0B10-D446-71B92B2CB57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b="-1"/>
            <a:stretch/>
          </p:blipFill>
          <p:spPr>
            <a:xfrm>
              <a:off x="3753145" y="13"/>
              <a:ext cx="8438855" cy="6857987"/>
            </a:xfrm>
            <a:prstGeom prst="rect">
              <a:avLst/>
            </a:prstGeom>
            <a:noFill/>
          </p:spPr>
        </p:pic>
        <p:pic>
          <p:nvPicPr>
            <p:cNvPr id="17" name="Picture 16" descr="Shape, rectangle&#10;&#10;Description automatically generated">
              <a:extLst>
                <a:ext uri="{FF2B5EF4-FFF2-40B4-BE49-F238E27FC236}">
                  <a16:creationId xmlns:a16="http://schemas.microsoft.com/office/drawing/2014/main" id="{3499B490-5EC0-99DD-E7CB-0758FE107071}"/>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rot="10800000">
              <a:off x="6898432" y="0"/>
              <a:ext cx="5293567" cy="6857987"/>
            </a:xfrm>
            <a:prstGeom prst="rect">
              <a:avLst/>
            </a:prstGeom>
          </p:spPr>
        </p:pic>
        <p:pic>
          <p:nvPicPr>
            <p:cNvPr id="4" name="Picture 3" descr="Background pattern&#10;&#10;Description automatically generated">
              <a:extLst>
                <a:ext uri="{FF2B5EF4-FFF2-40B4-BE49-F238E27FC236}">
                  <a16:creationId xmlns:a16="http://schemas.microsoft.com/office/drawing/2014/main" id="{DD95E58E-69F4-9B10-4A2A-B605F1970253}"/>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3305048" y="-1"/>
              <a:ext cx="6854951" cy="6854951"/>
            </a:xfrm>
            <a:prstGeom prst="rect">
              <a:avLst/>
            </a:prstGeom>
          </p:spPr>
        </p:pic>
      </p:grpSp>
      <p:sp>
        <p:nvSpPr>
          <p:cNvPr id="7" name="Title 1">
            <a:extLst>
              <a:ext uri="{FF2B5EF4-FFF2-40B4-BE49-F238E27FC236}">
                <a16:creationId xmlns:a16="http://schemas.microsoft.com/office/drawing/2014/main" id="{18FA58AB-891C-F549-BE0B-E1447AA80211}"/>
              </a:ext>
            </a:extLst>
          </p:cNvPr>
          <p:cNvSpPr>
            <a:spLocks noGrp="1"/>
          </p:cNvSpPr>
          <p:nvPr>
            <p:ph type="title" hasCustomPrompt="1"/>
          </p:nvPr>
        </p:nvSpPr>
        <p:spPr>
          <a:xfrm>
            <a:off x="719999" y="360000"/>
            <a:ext cx="6479357" cy="1080000"/>
          </a:xfrm>
          <a:prstGeom prst="rect">
            <a:avLst/>
          </a:prstGeom>
        </p:spPr>
        <p:txBody>
          <a:bodyPr/>
          <a:lstStyle>
            <a:lvl1pPr>
              <a:lnSpc>
                <a:spcPct val="90000"/>
              </a:lnSpc>
              <a:defRPr/>
            </a:lvl1pPr>
          </a:lstStyle>
          <a:p>
            <a:r>
              <a:rPr lang="en-US"/>
              <a:t>Click to edit title</a:t>
            </a:r>
            <a:endParaRPr lang="fi-FI"/>
          </a:p>
        </p:txBody>
      </p:sp>
      <p:sp>
        <p:nvSpPr>
          <p:cNvPr id="10" name="Content Placeholder 9">
            <a:extLst>
              <a:ext uri="{FF2B5EF4-FFF2-40B4-BE49-F238E27FC236}">
                <a16:creationId xmlns:a16="http://schemas.microsoft.com/office/drawing/2014/main" id="{70EDF826-82C4-AF40-B123-47F791ADDD13}"/>
              </a:ext>
            </a:extLst>
          </p:cNvPr>
          <p:cNvSpPr>
            <a:spLocks noGrp="1"/>
          </p:cNvSpPr>
          <p:nvPr>
            <p:ph sz="quarter" idx="15" hasCustomPrompt="1"/>
          </p:nvPr>
        </p:nvSpPr>
        <p:spPr>
          <a:xfrm>
            <a:off x="719950" y="1620000"/>
            <a:ext cx="5760098" cy="4140000"/>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fi-FI"/>
          </a:p>
        </p:txBody>
      </p:sp>
      <p:pic>
        <p:nvPicPr>
          <p:cNvPr id="6" name="Picture 5" descr="A picture containing computer, dark&#10;&#10;Description automatically generated">
            <a:extLst>
              <a:ext uri="{FF2B5EF4-FFF2-40B4-BE49-F238E27FC236}">
                <a16:creationId xmlns:a16="http://schemas.microsoft.com/office/drawing/2014/main" id="{88624775-626A-9F81-CCF3-7945D407228A}"/>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1023367" y="6478171"/>
            <a:ext cx="1010795" cy="249189"/>
          </a:xfrm>
          <a:prstGeom prst="rect">
            <a:avLst/>
          </a:prstGeom>
        </p:spPr>
      </p:pic>
    </p:spTree>
    <p:extLst>
      <p:ext uri="{BB962C8B-B14F-4D97-AF65-F5344CB8AC3E}">
        <p14:creationId xmlns:p14="http://schemas.microsoft.com/office/powerpoint/2010/main" val="1995792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ight: Picture - Right 3">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32F76CA2-3408-AA8A-BBEC-EB4AD651C2FC}"/>
              </a:ext>
            </a:extLst>
          </p:cNvPr>
          <p:cNvGrpSpPr/>
          <p:nvPr userDrawn="1"/>
        </p:nvGrpSpPr>
        <p:grpSpPr>
          <a:xfrm>
            <a:off x="6008804" y="-1"/>
            <a:ext cx="6183196" cy="6858001"/>
            <a:chOff x="6008804" y="-1"/>
            <a:chExt cx="6183196" cy="6858001"/>
          </a:xfrm>
        </p:grpSpPr>
        <p:pic>
          <p:nvPicPr>
            <p:cNvPr id="9" name="Picture 8" descr="A group of people sitting at a table looking at a computer&#10;&#10;Description automatically generated with medium confidence">
              <a:extLst>
                <a:ext uri="{FF2B5EF4-FFF2-40B4-BE49-F238E27FC236}">
                  <a16:creationId xmlns:a16="http://schemas.microsoft.com/office/drawing/2014/main" id="{E752B77F-F0BD-D442-6073-97496812B19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6008804" y="0"/>
              <a:ext cx="6182602" cy="6857998"/>
            </a:xfrm>
            <a:prstGeom prst="rect">
              <a:avLst/>
            </a:prstGeom>
          </p:spPr>
        </p:pic>
        <p:pic>
          <p:nvPicPr>
            <p:cNvPr id="6" name="Picture 5" descr="Shape, rectangle&#10;&#10;Description automatically generated">
              <a:extLst>
                <a:ext uri="{FF2B5EF4-FFF2-40B4-BE49-F238E27FC236}">
                  <a16:creationId xmlns:a16="http://schemas.microsoft.com/office/drawing/2014/main" id="{F414F2CE-1AC4-CB61-EEBF-95E305F89D97}"/>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rot="10800000">
              <a:off x="8936736" y="13"/>
              <a:ext cx="3255264" cy="6857987"/>
            </a:xfrm>
            <a:prstGeom prst="rect">
              <a:avLst/>
            </a:prstGeom>
          </p:spPr>
        </p:pic>
        <p:pic>
          <p:nvPicPr>
            <p:cNvPr id="4" name="Picture 3" descr="Background pattern&#10;&#10;Description automatically generated">
              <a:extLst>
                <a:ext uri="{FF2B5EF4-FFF2-40B4-BE49-F238E27FC236}">
                  <a16:creationId xmlns:a16="http://schemas.microsoft.com/office/drawing/2014/main" id="{44F16148-D28A-47E9-F512-A7967EC04E5A}"/>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6008805" y="-1"/>
              <a:ext cx="3109796" cy="6854951"/>
            </a:xfrm>
            <a:prstGeom prst="rect">
              <a:avLst/>
            </a:prstGeom>
          </p:spPr>
        </p:pic>
      </p:grpSp>
      <p:sp>
        <p:nvSpPr>
          <p:cNvPr id="7" name="Title 1">
            <a:extLst>
              <a:ext uri="{FF2B5EF4-FFF2-40B4-BE49-F238E27FC236}">
                <a16:creationId xmlns:a16="http://schemas.microsoft.com/office/drawing/2014/main" id="{18FA58AB-891C-F549-BE0B-E1447AA80211}"/>
              </a:ext>
            </a:extLst>
          </p:cNvPr>
          <p:cNvSpPr>
            <a:spLocks noGrp="1"/>
          </p:cNvSpPr>
          <p:nvPr>
            <p:ph type="title" hasCustomPrompt="1"/>
          </p:nvPr>
        </p:nvSpPr>
        <p:spPr>
          <a:xfrm>
            <a:off x="719999" y="360000"/>
            <a:ext cx="6479357" cy="1080000"/>
          </a:xfrm>
          <a:prstGeom prst="rect">
            <a:avLst/>
          </a:prstGeom>
        </p:spPr>
        <p:txBody>
          <a:bodyPr/>
          <a:lstStyle>
            <a:lvl1pPr>
              <a:lnSpc>
                <a:spcPct val="90000"/>
              </a:lnSpc>
              <a:defRPr/>
            </a:lvl1pPr>
          </a:lstStyle>
          <a:p>
            <a:r>
              <a:rPr lang="en-US"/>
              <a:t>Click to edit title</a:t>
            </a:r>
            <a:endParaRPr lang="fi-FI"/>
          </a:p>
        </p:txBody>
      </p:sp>
      <p:sp>
        <p:nvSpPr>
          <p:cNvPr id="10" name="Content Placeholder 9">
            <a:extLst>
              <a:ext uri="{FF2B5EF4-FFF2-40B4-BE49-F238E27FC236}">
                <a16:creationId xmlns:a16="http://schemas.microsoft.com/office/drawing/2014/main" id="{70EDF826-82C4-AF40-B123-47F791ADDD13}"/>
              </a:ext>
            </a:extLst>
          </p:cNvPr>
          <p:cNvSpPr>
            <a:spLocks noGrp="1"/>
          </p:cNvSpPr>
          <p:nvPr>
            <p:ph sz="quarter" idx="15" hasCustomPrompt="1"/>
          </p:nvPr>
        </p:nvSpPr>
        <p:spPr>
          <a:xfrm>
            <a:off x="719950" y="1620000"/>
            <a:ext cx="5760098" cy="4140000"/>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fi-FI"/>
          </a:p>
        </p:txBody>
      </p:sp>
      <p:pic>
        <p:nvPicPr>
          <p:cNvPr id="3" name="Picture 2" descr="A picture containing computer, dark&#10;&#10;Description automatically generated">
            <a:extLst>
              <a:ext uri="{FF2B5EF4-FFF2-40B4-BE49-F238E27FC236}">
                <a16:creationId xmlns:a16="http://schemas.microsoft.com/office/drawing/2014/main" id="{C8E96F8F-E773-A9C4-34B8-E0623351529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1023367" y="6478171"/>
            <a:ext cx="1010795" cy="249189"/>
          </a:xfrm>
          <a:prstGeom prst="rect">
            <a:avLst/>
          </a:prstGeom>
        </p:spPr>
      </p:pic>
    </p:spTree>
    <p:extLst>
      <p:ext uri="{BB962C8B-B14F-4D97-AF65-F5344CB8AC3E}">
        <p14:creationId xmlns:p14="http://schemas.microsoft.com/office/powerpoint/2010/main" val="1030243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ight: Picture - Right 4">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60E38FF9-580C-EB15-84ED-F549384298CF}"/>
              </a:ext>
            </a:extLst>
          </p:cNvPr>
          <p:cNvGrpSpPr/>
          <p:nvPr userDrawn="1"/>
        </p:nvGrpSpPr>
        <p:grpSpPr>
          <a:xfrm>
            <a:off x="4144617" y="-1"/>
            <a:ext cx="8047383" cy="6864081"/>
            <a:chOff x="4144617" y="-1"/>
            <a:chExt cx="8047383" cy="6864081"/>
          </a:xfrm>
        </p:grpSpPr>
        <p:pic>
          <p:nvPicPr>
            <p:cNvPr id="3" name="Picture 2">
              <a:extLst>
                <a:ext uri="{FF2B5EF4-FFF2-40B4-BE49-F238E27FC236}">
                  <a16:creationId xmlns:a16="http://schemas.microsoft.com/office/drawing/2014/main" id="{5B63C32C-9189-525B-650A-B14D19395313}"/>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144619" y="6623"/>
              <a:ext cx="8047379" cy="6851225"/>
            </a:xfrm>
            <a:prstGeom prst="rect">
              <a:avLst/>
            </a:prstGeom>
          </p:spPr>
        </p:pic>
        <p:pic>
          <p:nvPicPr>
            <p:cNvPr id="11" name="Picture 10" descr="Shape, rectangle&#10;&#10;Description automatically generated">
              <a:extLst>
                <a:ext uri="{FF2B5EF4-FFF2-40B4-BE49-F238E27FC236}">
                  <a16:creationId xmlns:a16="http://schemas.microsoft.com/office/drawing/2014/main" id="{9E126C4F-F82E-D161-CCB5-B9CADC3684B0}"/>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rot="10800000">
              <a:off x="7199356" y="6093"/>
              <a:ext cx="4992644" cy="6857987"/>
            </a:xfrm>
            <a:prstGeom prst="rect">
              <a:avLst/>
            </a:prstGeom>
          </p:spPr>
        </p:pic>
        <p:pic>
          <p:nvPicPr>
            <p:cNvPr id="4" name="Picture 3" descr="Background pattern&#10;&#10;Description automatically generated">
              <a:extLst>
                <a:ext uri="{FF2B5EF4-FFF2-40B4-BE49-F238E27FC236}">
                  <a16:creationId xmlns:a16="http://schemas.microsoft.com/office/drawing/2014/main" id="{65233276-B944-CF0F-32AF-7F69F9914823}"/>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4144617" y="-1"/>
              <a:ext cx="6854951" cy="6854951"/>
            </a:xfrm>
            <a:prstGeom prst="rect">
              <a:avLst/>
            </a:prstGeom>
          </p:spPr>
        </p:pic>
      </p:grpSp>
      <p:sp>
        <p:nvSpPr>
          <p:cNvPr id="7" name="Title 1">
            <a:extLst>
              <a:ext uri="{FF2B5EF4-FFF2-40B4-BE49-F238E27FC236}">
                <a16:creationId xmlns:a16="http://schemas.microsoft.com/office/drawing/2014/main" id="{18FA58AB-891C-F549-BE0B-E1447AA80211}"/>
              </a:ext>
            </a:extLst>
          </p:cNvPr>
          <p:cNvSpPr>
            <a:spLocks noGrp="1"/>
          </p:cNvSpPr>
          <p:nvPr>
            <p:ph type="title" hasCustomPrompt="1"/>
          </p:nvPr>
        </p:nvSpPr>
        <p:spPr>
          <a:xfrm>
            <a:off x="719999" y="360000"/>
            <a:ext cx="6479357" cy="1080000"/>
          </a:xfrm>
          <a:prstGeom prst="rect">
            <a:avLst/>
          </a:prstGeom>
        </p:spPr>
        <p:txBody>
          <a:bodyPr/>
          <a:lstStyle>
            <a:lvl1pPr>
              <a:lnSpc>
                <a:spcPct val="90000"/>
              </a:lnSpc>
              <a:defRPr/>
            </a:lvl1pPr>
          </a:lstStyle>
          <a:p>
            <a:r>
              <a:rPr lang="en-US"/>
              <a:t>Click to edit title</a:t>
            </a:r>
            <a:endParaRPr lang="fi-FI"/>
          </a:p>
        </p:txBody>
      </p:sp>
      <p:sp>
        <p:nvSpPr>
          <p:cNvPr id="10" name="Content Placeholder 9">
            <a:extLst>
              <a:ext uri="{FF2B5EF4-FFF2-40B4-BE49-F238E27FC236}">
                <a16:creationId xmlns:a16="http://schemas.microsoft.com/office/drawing/2014/main" id="{70EDF826-82C4-AF40-B123-47F791ADDD13}"/>
              </a:ext>
            </a:extLst>
          </p:cNvPr>
          <p:cNvSpPr>
            <a:spLocks noGrp="1"/>
          </p:cNvSpPr>
          <p:nvPr>
            <p:ph sz="quarter" idx="15" hasCustomPrompt="1"/>
          </p:nvPr>
        </p:nvSpPr>
        <p:spPr>
          <a:xfrm>
            <a:off x="719950" y="1620000"/>
            <a:ext cx="5760098" cy="4140000"/>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fi-FI"/>
          </a:p>
        </p:txBody>
      </p:sp>
      <p:pic>
        <p:nvPicPr>
          <p:cNvPr id="6" name="Picture 5" descr="A picture containing computer, dark&#10;&#10;Description automatically generated">
            <a:extLst>
              <a:ext uri="{FF2B5EF4-FFF2-40B4-BE49-F238E27FC236}">
                <a16:creationId xmlns:a16="http://schemas.microsoft.com/office/drawing/2014/main" id="{A8A3EA60-1A74-BAED-7E49-A5D7B97D8EE1}"/>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1023367" y="6478171"/>
            <a:ext cx="1010795" cy="249189"/>
          </a:xfrm>
          <a:prstGeom prst="rect">
            <a:avLst/>
          </a:prstGeom>
        </p:spPr>
      </p:pic>
    </p:spTree>
    <p:extLst>
      <p:ext uri="{BB962C8B-B14F-4D97-AF65-F5344CB8AC3E}">
        <p14:creationId xmlns:p14="http://schemas.microsoft.com/office/powerpoint/2010/main" val="1821083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ight: Picture - Left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A168159F-D778-CAA0-B699-E0A77F306DC0}"/>
              </a:ext>
            </a:extLst>
          </p:cNvPr>
          <p:cNvGrpSpPr/>
          <p:nvPr userDrawn="1"/>
        </p:nvGrpSpPr>
        <p:grpSpPr>
          <a:xfrm>
            <a:off x="0" y="-2"/>
            <a:ext cx="6806177" cy="6865625"/>
            <a:chOff x="0" y="-2"/>
            <a:chExt cx="6806177" cy="6865625"/>
          </a:xfrm>
        </p:grpSpPr>
        <p:pic>
          <p:nvPicPr>
            <p:cNvPr id="3" name="Picture 2" descr="A picture containing knife, computer&#10;&#10;Description automatically generated">
              <a:extLst>
                <a:ext uri="{FF2B5EF4-FFF2-40B4-BE49-F238E27FC236}">
                  <a16:creationId xmlns:a16="http://schemas.microsoft.com/office/drawing/2014/main" id="{A09E2DEF-A7A0-F85B-6980-37E8226970A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b="-1"/>
            <a:stretch/>
          </p:blipFill>
          <p:spPr>
            <a:xfrm>
              <a:off x="5356" y="7637"/>
              <a:ext cx="6800821" cy="6850363"/>
            </a:xfrm>
            <a:prstGeom prst="rect">
              <a:avLst/>
            </a:prstGeom>
            <a:noFill/>
          </p:spPr>
        </p:pic>
        <p:pic>
          <p:nvPicPr>
            <p:cNvPr id="8" name="Picture 7" descr="Shape, rectangle&#10;&#10;Description automatically generated">
              <a:extLst>
                <a:ext uri="{FF2B5EF4-FFF2-40B4-BE49-F238E27FC236}">
                  <a16:creationId xmlns:a16="http://schemas.microsoft.com/office/drawing/2014/main" id="{436BA60E-CFCC-69D3-C0AD-6714471C5A03}"/>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0" y="7636"/>
              <a:ext cx="4404049" cy="6857987"/>
            </a:xfrm>
            <a:prstGeom prst="rect">
              <a:avLst/>
            </a:prstGeom>
          </p:spPr>
        </p:pic>
        <p:pic>
          <p:nvPicPr>
            <p:cNvPr id="5" name="Picture 4" descr="Background pattern&#10;&#10;Description automatically generated">
              <a:extLst>
                <a:ext uri="{FF2B5EF4-FFF2-40B4-BE49-F238E27FC236}">
                  <a16:creationId xmlns:a16="http://schemas.microsoft.com/office/drawing/2014/main" id="{96D06ECC-5CBF-738A-D0BD-254A8DFA63AF}"/>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10800000">
              <a:off x="2616199" y="-2"/>
              <a:ext cx="4189977" cy="6854951"/>
            </a:xfrm>
            <a:prstGeom prst="rect">
              <a:avLst/>
            </a:prstGeom>
          </p:spPr>
        </p:pic>
      </p:grpSp>
      <p:sp>
        <p:nvSpPr>
          <p:cNvPr id="7" name="Title 1">
            <a:extLst>
              <a:ext uri="{FF2B5EF4-FFF2-40B4-BE49-F238E27FC236}">
                <a16:creationId xmlns:a16="http://schemas.microsoft.com/office/drawing/2014/main" id="{18FA58AB-891C-F549-BE0B-E1447AA80211}"/>
              </a:ext>
            </a:extLst>
          </p:cNvPr>
          <p:cNvSpPr>
            <a:spLocks noGrp="1"/>
          </p:cNvSpPr>
          <p:nvPr>
            <p:ph type="title" hasCustomPrompt="1"/>
          </p:nvPr>
        </p:nvSpPr>
        <p:spPr>
          <a:xfrm>
            <a:off x="5352303" y="360000"/>
            <a:ext cx="6120897" cy="1080000"/>
          </a:xfrm>
          <a:prstGeom prst="rect">
            <a:avLst/>
          </a:prstGeom>
        </p:spPr>
        <p:txBody>
          <a:bodyPr/>
          <a:lstStyle>
            <a:lvl1pPr>
              <a:lnSpc>
                <a:spcPct val="90000"/>
              </a:lnSpc>
              <a:defRPr/>
            </a:lvl1pPr>
          </a:lstStyle>
          <a:p>
            <a:r>
              <a:rPr lang="en-US"/>
              <a:t>Click to edit title</a:t>
            </a:r>
            <a:endParaRPr lang="fi-FI"/>
          </a:p>
        </p:txBody>
      </p:sp>
      <p:sp>
        <p:nvSpPr>
          <p:cNvPr id="10" name="Content Placeholder 9">
            <a:extLst>
              <a:ext uri="{FF2B5EF4-FFF2-40B4-BE49-F238E27FC236}">
                <a16:creationId xmlns:a16="http://schemas.microsoft.com/office/drawing/2014/main" id="{70EDF826-82C4-AF40-B123-47F791ADDD13}"/>
              </a:ext>
            </a:extLst>
          </p:cNvPr>
          <p:cNvSpPr>
            <a:spLocks noGrp="1"/>
          </p:cNvSpPr>
          <p:nvPr>
            <p:ph sz="quarter" idx="15" hasCustomPrompt="1"/>
          </p:nvPr>
        </p:nvSpPr>
        <p:spPr>
          <a:xfrm>
            <a:off x="5352302" y="1620000"/>
            <a:ext cx="6120947" cy="4140000"/>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fi-FI"/>
          </a:p>
        </p:txBody>
      </p:sp>
      <p:pic>
        <p:nvPicPr>
          <p:cNvPr id="4" name="Picture 3" descr="A picture containing computer, dark&#10;&#10;Description automatically generated">
            <a:extLst>
              <a:ext uri="{FF2B5EF4-FFF2-40B4-BE49-F238E27FC236}">
                <a16:creationId xmlns:a16="http://schemas.microsoft.com/office/drawing/2014/main" id="{0856F001-6038-DC72-4F52-924B34DF8A91}"/>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1023367" y="6478171"/>
            <a:ext cx="1010795" cy="249189"/>
          </a:xfrm>
          <a:prstGeom prst="rect">
            <a:avLst/>
          </a:prstGeom>
        </p:spPr>
      </p:pic>
    </p:spTree>
    <p:extLst>
      <p:ext uri="{BB962C8B-B14F-4D97-AF65-F5344CB8AC3E}">
        <p14:creationId xmlns:p14="http://schemas.microsoft.com/office/powerpoint/2010/main" val="1751325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ight: Picture - Left 2">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A087C8E1-56B4-7F2A-590F-E005020A9E54}"/>
              </a:ext>
            </a:extLst>
          </p:cNvPr>
          <p:cNvGrpSpPr/>
          <p:nvPr userDrawn="1"/>
        </p:nvGrpSpPr>
        <p:grpSpPr>
          <a:xfrm>
            <a:off x="0" y="0"/>
            <a:ext cx="6394263" cy="6859716"/>
            <a:chOff x="0" y="-2"/>
            <a:chExt cx="6394263" cy="6859716"/>
          </a:xfrm>
        </p:grpSpPr>
        <p:pic>
          <p:nvPicPr>
            <p:cNvPr id="9" name="Picture 8" descr="A person typing on a keyboard&#10;&#10;Description automatically generated with medium confidence">
              <a:extLst>
                <a:ext uri="{FF2B5EF4-FFF2-40B4-BE49-F238E27FC236}">
                  <a16:creationId xmlns:a16="http://schemas.microsoft.com/office/drawing/2014/main" id="{E38F51D3-F4DB-2F5A-7DF6-79501BD3C05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92" y="0"/>
              <a:ext cx="6393371" cy="6849019"/>
            </a:xfrm>
            <a:prstGeom prst="rect">
              <a:avLst/>
            </a:prstGeom>
          </p:spPr>
        </p:pic>
        <p:pic>
          <p:nvPicPr>
            <p:cNvPr id="12" name="Picture 11" descr="Shape, rectangle&#10;&#10;Description automatically generated">
              <a:extLst>
                <a:ext uri="{FF2B5EF4-FFF2-40B4-BE49-F238E27FC236}">
                  <a16:creationId xmlns:a16="http://schemas.microsoft.com/office/drawing/2014/main" id="{AFFF6610-3532-24E2-B36F-1B4B93CF752D}"/>
                </a:ext>
              </a:extLst>
            </p:cNvPr>
            <p:cNvPicPr>
              <a:picLocks noChangeAspect="1"/>
            </p:cNvPicPr>
            <p:nvPr userDrawn="1"/>
          </p:nvPicPr>
          <p:blipFill rotWithShape="1">
            <a:blip r:embed="rId3" cstate="screen">
              <a:alphaModFix amt="50000"/>
              <a:extLst>
                <a:ext uri="{28A0092B-C50C-407E-A947-70E740481C1C}">
                  <a14:useLocalDpi xmlns:a14="http://schemas.microsoft.com/office/drawing/2010/main"/>
                </a:ext>
              </a:extLst>
            </a:blip>
            <a:srcRect/>
            <a:stretch/>
          </p:blipFill>
          <p:spPr>
            <a:xfrm>
              <a:off x="0" y="1727"/>
              <a:ext cx="3526971" cy="6857987"/>
            </a:xfrm>
            <a:prstGeom prst="rect">
              <a:avLst/>
            </a:prstGeom>
          </p:spPr>
        </p:pic>
        <p:pic>
          <p:nvPicPr>
            <p:cNvPr id="4" name="Picture 3" descr="Background pattern&#10;&#10;Description automatically generated">
              <a:extLst>
                <a:ext uri="{FF2B5EF4-FFF2-40B4-BE49-F238E27FC236}">
                  <a16:creationId xmlns:a16="http://schemas.microsoft.com/office/drawing/2014/main" id="{ED3EADD5-9C9F-20F1-AE7D-085FB4D0A6FD}"/>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10800000">
              <a:off x="2082799" y="-2"/>
              <a:ext cx="4311463" cy="6854951"/>
            </a:xfrm>
            <a:prstGeom prst="rect">
              <a:avLst/>
            </a:prstGeom>
          </p:spPr>
        </p:pic>
      </p:grpSp>
      <p:sp>
        <p:nvSpPr>
          <p:cNvPr id="7" name="Title 1">
            <a:extLst>
              <a:ext uri="{FF2B5EF4-FFF2-40B4-BE49-F238E27FC236}">
                <a16:creationId xmlns:a16="http://schemas.microsoft.com/office/drawing/2014/main" id="{18FA58AB-891C-F549-BE0B-E1447AA80211}"/>
              </a:ext>
            </a:extLst>
          </p:cNvPr>
          <p:cNvSpPr>
            <a:spLocks noGrp="1"/>
          </p:cNvSpPr>
          <p:nvPr>
            <p:ph type="title" hasCustomPrompt="1"/>
          </p:nvPr>
        </p:nvSpPr>
        <p:spPr>
          <a:xfrm>
            <a:off x="5352303" y="360000"/>
            <a:ext cx="6120897" cy="1080000"/>
          </a:xfrm>
          <a:prstGeom prst="rect">
            <a:avLst/>
          </a:prstGeom>
        </p:spPr>
        <p:txBody>
          <a:bodyPr/>
          <a:lstStyle>
            <a:lvl1pPr>
              <a:lnSpc>
                <a:spcPct val="90000"/>
              </a:lnSpc>
              <a:defRPr/>
            </a:lvl1pPr>
          </a:lstStyle>
          <a:p>
            <a:r>
              <a:rPr lang="en-US"/>
              <a:t>Click to edit title</a:t>
            </a:r>
            <a:endParaRPr lang="fi-FI"/>
          </a:p>
        </p:txBody>
      </p:sp>
      <p:sp>
        <p:nvSpPr>
          <p:cNvPr id="10" name="Content Placeholder 9">
            <a:extLst>
              <a:ext uri="{FF2B5EF4-FFF2-40B4-BE49-F238E27FC236}">
                <a16:creationId xmlns:a16="http://schemas.microsoft.com/office/drawing/2014/main" id="{70EDF826-82C4-AF40-B123-47F791ADDD13}"/>
              </a:ext>
            </a:extLst>
          </p:cNvPr>
          <p:cNvSpPr>
            <a:spLocks noGrp="1"/>
          </p:cNvSpPr>
          <p:nvPr>
            <p:ph sz="quarter" idx="15" hasCustomPrompt="1"/>
          </p:nvPr>
        </p:nvSpPr>
        <p:spPr>
          <a:xfrm>
            <a:off x="5352288" y="1620000"/>
            <a:ext cx="6120962" cy="4140000"/>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fi-FI"/>
          </a:p>
        </p:txBody>
      </p:sp>
      <p:pic>
        <p:nvPicPr>
          <p:cNvPr id="3" name="Picture 2" descr="A picture containing computer, dark&#10;&#10;Description automatically generated">
            <a:extLst>
              <a:ext uri="{FF2B5EF4-FFF2-40B4-BE49-F238E27FC236}">
                <a16:creationId xmlns:a16="http://schemas.microsoft.com/office/drawing/2014/main" id="{E2345976-1E64-7B2F-B396-427192206460}"/>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1023367" y="6478171"/>
            <a:ext cx="1010795" cy="249189"/>
          </a:xfrm>
          <a:prstGeom prst="rect">
            <a:avLst/>
          </a:prstGeom>
        </p:spPr>
      </p:pic>
    </p:spTree>
    <p:extLst>
      <p:ext uri="{BB962C8B-B14F-4D97-AF65-F5344CB8AC3E}">
        <p14:creationId xmlns:p14="http://schemas.microsoft.com/office/powerpoint/2010/main" val="2300173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ight: Picture - Left 3">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BD938759-EB15-5DF5-5483-B226A899C337}"/>
              </a:ext>
            </a:extLst>
          </p:cNvPr>
          <p:cNvGrpSpPr/>
          <p:nvPr userDrawn="1"/>
        </p:nvGrpSpPr>
        <p:grpSpPr>
          <a:xfrm>
            <a:off x="0" y="-2"/>
            <a:ext cx="5556257" cy="6858002"/>
            <a:chOff x="0" y="-2"/>
            <a:chExt cx="5556257" cy="6858002"/>
          </a:xfrm>
        </p:grpSpPr>
        <p:pic>
          <p:nvPicPr>
            <p:cNvPr id="3" name="Picture Placeholder 19">
              <a:extLst>
                <a:ext uri="{FF2B5EF4-FFF2-40B4-BE49-F238E27FC236}">
                  <a16:creationId xmlns:a16="http://schemas.microsoft.com/office/drawing/2014/main" id="{A31FA147-F8B2-A5FC-7E25-7D9BB7D52046}"/>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2823" r="2823"/>
            <a:stretch/>
          </p:blipFill>
          <p:spPr>
            <a:xfrm>
              <a:off x="0" y="0"/>
              <a:ext cx="5556257" cy="6858000"/>
            </a:xfrm>
            <a:prstGeom prst="rect">
              <a:avLst/>
            </a:prstGeom>
          </p:spPr>
        </p:pic>
        <p:pic>
          <p:nvPicPr>
            <p:cNvPr id="11" name="Picture 10" descr="Shape, rectangle&#10;&#10;Description automatically generated">
              <a:extLst>
                <a:ext uri="{FF2B5EF4-FFF2-40B4-BE49-F238E27FC236}">
                  <a16:creationId xmlns:a16="http://schemas.microsoft.com/office/drawing/2014/main" id="{AEF1CE44-E034-F473-611B-E2EF855DFFD2}"/>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0" y="0"/>
              <a:ext cx="3576735" cy="6857987"/>
            </a:xfrm>
            <a:prstGeom prst="rect">
              <a:avLst/>
            </a:prstGeom>
          </p:spPr>
        </p:pic>
        <p:pic>
          <p:nvPicPr>
            <p:cNvPr id="4" name="Picture 3" descr="Background pattern&#10;&#10;Description automatically generated">
              <a:extLst>
                <a:ext uri="{FF2B5EF4-FFF2-40B4-BE49-F238E27FC236}">
                  <a16:creationId xmlns:a16="http://schemas.microsoft.com/office/drawing/2014/main" id="{A914ED4A-C270-31E8-FD9B-28C7A02113C0}"/>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10800000">
              <a:off x="2590799" y="-2"/>
              <a:ext cx="2965457" cy="6854951"/>
            </a:xfrm>
            <a:prstGeom prst="rect">
              <a:avLst/>
            </a:prstGeom>
          </p:spPr>
        </p:pic>
      </p:grpSp>
      <p:sp>
        <p:nvSpPr>
          <p:cNvPr id="7" name="Title 1">
            <a:extLst>
              <a:ext uri="{FF2B5EF4-FFF2-40B4-BE49-F238E27FC236}">
                <a16:creationId xmlns:a16="http://schemas.microsoft.com/office/drawing/2014/main" id="{18FA58AB-891C-F549-BE0B-E1447AA80211}"/>
              </a:ext>
            </a:extLst>
          </p:cNvPr>
          <p:cNvSpPr>
            <a:spLocks noGrp="1"/>
          </p:cNvSpPr>
          <p:nvPr>
            <p:ph type="title" hasCustomPrompt="1"/>
          </p:nvPr>
        </p:nvSpPr>
        <p:spPr>
          <a:xfrm>
            <a:off x="5352303" y="360000"/>
            <a:ext cx="6120897" cy="1080000"/>
          </a:xfrm>
          <a:prstGeom prst="rect">
            <a:avLst/>
          </a:prstGeom>
        </p:spPr>
        <p:txBody>
          <a:bodyPr/>
          <a:lstStyle>
            <a:lvl1pPr>
              <a:lnSpc>
                <a:spcPct val="90000"/>
              </a:lnSpc>
              <a:defRPr/>
            </a:lvl1pPr>
          </a:lstStyle>
          <a:p>
            <a:r>
              <a:rPr lang="en-US"/>
              <a:t>Click to edit title</a:t>
            </a:r>
            <a:endParaRPr lang="fi-FI"/>
          </a:p>
        </p:txBody>
      </p:sp>
      <p:sp>
        <p:nvSpPr>
          <p:cNvPr id="10" name="Content Placeholder 9">
            <a:extLst>
              <a:ext uri="{FF2B5EF4-FFF2-40B4-BE49-F238E27FC236}">
                <a16:creationId xmlns:a16="http://schemas.microsoft.com/office/drawing/2014/main" id="{70EDF826-82C4-AF40-B123-47F791ADDD13}"/>
              </a:ext>
            </a:extLst>
          </p:cNvPr>
          <p:cNvSpPr>
            <a:spLocks noGrp="1"/>
          </p:cNvSpPr>
          <p:nvPr>
            <p:ph sz="quarter" idx="15" hasCustomPrompt="1"/>
          </p:nvPr>
        </p:nvSpPr>
        <p:spPr>
          <a:xfrm>
            <a:off x="5352288" y="1620000"/>
            <a:ext cx="6120962" cy="4140000"/>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fi-FI"/>
          </a:p>
        </p:txBody>
      </p:sp>
      <p:pic>
        <p:nvPicPr>
          <p:cNvPr id="6" name="Picture 5" descr="A picture containing computer, dark&#10;&#10;Description automatically generated">
            <a:extLst>
              <a:ext uri="{FF2B5EF4-FFF2-40B4-BE49-F238E27FC236}">
                <a16:creationId xmlns:a16="http://schemas.microsoft.com/office/drawing/2014/main" id="{34FD31FC-3BDE-F7CE-EF99-05EFB756B470}"/>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1023367" y="6478171"/>
            <a:ext cx="1010795" cy="249189"/>
          </a:xfrm>
          <a:prstGeom prst="rect">
            <a:avLst/>
          </a:prstGeom>
        </p:spPr>
      </p:pic>
    </p:spTree>
    <p:extLst>
      <p:ext uri="{BB962C8B-B14F-4D97-AF65-F5344CB8AC3E}">
        <p14:creationId xmlns:p14="http://schemas.microsoft.com/office/powerpoint/2010/main" val="2291650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ight: Picture - Left 4">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4F047A56-0530-50F6-5FDC-8E54C7735185}"/>
              </a:ext>
            </a:extLst>
          </p:cNvPr>
          <p:cNvGrpSpPr/>
          <p:nvPr userDrawn="1"/>
        </p:nvGrpSpPr>
        <p:grpSpPr>
          <a:xfrm>
            <a:off x="-1" y="-3"/>
            <a:ext cx="6361449" cy="6865626"/>
            <a:chOff x="-1" y="-3"/>
            <a:chExt cx="6361449" cy="6865626"/>
          </a:xfrm>
        </p:grpSpPr>
        <p:pic>
          <p:nvPicPr>
            <p:cNvPr id="3" name="Picture 2" descr="A picture containing graphical user interface&#10;&#10;Description automatically generated">
              <a:extLst>
                <a:ext uri="{FF2B5EF4-FFF2-40B4-BE49-F238E27FC236}">
                  <a16:creationId xmlns:a16="http://schemas.microsoft.com/office/drawing/2014/main" id="{1BB9BF5C-3E7D-D6B3-6D39-E0C37B38E458}"/>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 y="0"/>
              <a:ext cx="6361449" cy="6858000"/>
            </a:xfrm>
            <a:prstGeom prst="rect">
              <a:avLst/>
            </a:prstGeom>
          </p:spPr>
        </p:pic>
        <p:pic>
          <p:nvPicPr>
            <p:cNvPr id="11" name="Picture 10" descr="Shape, rectangle&#10;&#10;Description automatically generated">
              <a:extLst>
                <a:ext uri="{FF2B5EF4-FFF2-40B4-BE49-F238E27FC236}">
                  <a16:creationId xmlns:a16="http://schemas.microsoft.com/office/drawing/2014/main" id="{B2E8C6FB-467F-6C09-0DC7-5A1F6592D5EE}"/>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0" y="7636"/>
              <a:ext cx="3670041" cy="6857987"/>
            </a:xfrm>
            <a:prstGeom prst="rect">
              <a:avLst/>
            </a:prstGeom>
          </p:spPr>
        </p:pic>
        <p:pic>
          <p:nvPicPr>
            <p:cNvPr id="5" name="Picture 4" descr="Background pattern&#10;&#10;Description automatically generated">
              <a:extLst>
                <a:ext uri="{FF2B5EF4-FFF2-40B4-BE49-F238E27FC236}">
                  <a16:creationId xmlns:a16="http://schemas.microsoft.com/office/drawing/2014/main" id="{7B6353A6-255C-24BB-75DF-158EEB8F9F08}"/>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10800000">
              <a:off x="2839943" y="-3"/>
              <a:ext cx="3521504" cy="6854951"/>
            </a:xfrm>
            <a:prstGeom prst="rect">
              <a:avLst/>
            </a:prstGeom>
          </p:spPr>
        </p:pic>
      </p:grpSp>
      <p:sp>
        <p:nvSpPr>
          <p:cNvPr id="7" name="Title 1">
            <a:extLst>
              <a:ext uri="{FF2B5EF4-FFF2-40B4-BE49-F238E27FC236}">
                <a16:creationId xmlns:a16="http://schemas.microsoft.com/office/drawing/2014/main" id="{18FA58AB-891C-F549-BE0B-E1447AA80211}"/>
              </a:ext>
            </a:extLst>
          </p:cNvPr>
          <p:cNvSpPr>
            <a:spLocks noGrp="1"/>
          </p:cNvSpPr>
          <p:nvPr>
            <p:ph type="title" hasCustomPrompt="1"/>
          </p:nvPr>
        </p:nvSpPr>
        <p:spPr>
          <a:xfrm>
            <a:off x="5352303" y="360000"/>
            <a:ext cx="6120897" cy="1080000"/>
          </a:xfrm>
          <a:prstGeom prst="rect">
            <a:avLst/>
          </a:prstGeom>
        </p:spPr>
        <p:txBody>
          <a:bodyPr/>
          <a:lstStyle>
            <a:lvl1pPr>
              <a:lnSpc>
                <a:spcPct val="90000"/>
              </a:lnSpc>
              <a:defRPr/>
            </a:lvl1pPr>
          </a:lstStyle>
          <a:p>
            <a:r>
              <a:rPr lang="en-US"/>
              <a:t>Click to edit title</a:t>
            </a:r>
            <a:endParaRPr lang="fi-FI"/>
          </a:p>
        </p:txBody>
      </p:sp>
      <p:sp>
        <p:nvSpPr>
          <p:cNvPr id="10" name="Content Placeholder 9">
            <a:extLst>
              <a:ext uri="{FF2B5EF4-FFF2-40B4-BE49-F238E27FC236}">
                <a16:creationId xmlns:a16="http://schemas.microsoft.com/office/drawing/2014/main" id="{70EDF826-82C4-AF40-B123-47F791ADDD13}"/>
              </a:ext>
            </a:extLst>
          </p:cNvPr>
          <p:cNvSpPr>
            <a:spLocks noGrp="1"/>
          </p:cNvSpPr>
          <p:nvPr>
            <p:ph sz="quarter" idx="15" hasCustomPrompt="1"/>
          </p:nvPr>
        </p:nvSpPr>
        <p:spPr>
          <a:xfrm>
            <a:off x="5352288" y="1620000"/>
            <a:ext cx="6120962" cy="4140000"/>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fi-FI"/>
          </a:p>
        </p:txBody>
      </p:sp>
      <p:pic>
        <p:nvPicPr>
          <p:cNvPr id="2" name="Picture 1" descr="A picture containing computer, dark&#10;&#10;Description automatically generated">
            <a:extLst>
              <a:ext uri="{FF2B5EF4-FFF2-40B4-BE49-F238E27FC236}">
                <a16:creationId xmlns:a16="http://schemas.microsoft.com/office/drawing/2014/main" id="{9BAB0572-29C5-19A1-7ACB-3DA8E766ACB9}"/>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1023367" y="6478171"/>
            <a:ext cx="1010795" cy="249189"/>
          </a:xfrm>
          <a:prstGeom prst="rect">
            <a:avLst/>
          </a:prstGeom>
        </p:spPr>
      </p:pic>
    </p:spTree>
    <p:extLst>
      <p:ext uri="{BB962C8B-B14F-4D97-AF65-F5344CB8AC3E}">
        <p14:creationId xmlns:p14="http://schemas.microsoft.com/office/powerpoint/2010/main" val="78780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ight: Blob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3A31A577-5BC5-C945-29A3-3BD7836F0C97}"/>
              </a:ext>
            </a:extLst>
          </p:cNvPr>
          <p:cNvGrpSpPr/>
          <p:nvPr userDrawn="1"/>
        </p:nvGrpSpPr>
        <p:grpSpPr>
          <a:xfrm>
            <a:off x="7787951" y="-4"/>
            <a:ext cx="4404049" cy="6865627"/>
            <a:chOff x="7787951" y="-4"/>
            <a:chExt cx="4404049" cy="6865627"/>
          </a:xfrm>
        </p:grpSpPr>
        <p:pic>
          <p:nvPicPr>
            <p:cNvPr id="5" name="Picture 4" descr="Shape, rectangle&#10;&#10;Description automatically generated">
              <a:extLst>
                <a:ext uri="{FF2B5EF4-FFF2-40B4-BE49-F238E27FC236}">
                  <a16:creationId xmlns:a16="http://schemas.microsoft.com/office/drawing/2014/main" id="{D0F8DE05-1B07-9851-51D8-A854C90DCA4D}"/>
                </a:ext>
              </a:extLst>
            </p:cNvPr>
            <p:cNvPicPr>
              <a:picLocks noChangeAspect="1"/>
            </p:cNvPicPr>
            <p:nvPr userDrawn="1"/>
          </p:nvPicPr>
          <p:blipFill>
            <a:blip r:embed="rId2" cstate="screen">
              <a:alphaModFix amt="50000"/>
              <a:extLst>
                <a:ext uri="{28A0092B-C50C-407E-A947-70E740481C1C}">
                  <a14:useLocalDpi xmlns:a14="http://schemas.microsoft.com/office/drawing/2010/main"/>
                </a:ext>
              </a:extLst>
            </a:blip>
            <a:stretch>
              <a:fillRect/>
            </a:stretch>
          </p:blipFill>
          <p:spPr>
            <a:xfrm rot="10800000">
              <a:off x="7787951" y="7636"/>
              <a:ext cx="4404049" cy="6857987"/>
            </a:xfrm>
            <a:prstGeom prst="rect">
              <a:avLst/>
            </a:prstGeom>
          </p:spPr>
        </p:pic>
        <p:pic>
          <p:nvPicPr>
            <p:cNvPr id="2" name="Picture 1" descr="A picture containing light&#10;&#10;Description automatically generated">
              <a:extLst>
                <a:ext uri="{FF2B5EF4-FFF2-40B4-BE49-F238E27FC236}">
                  <a16:creationId xmlns:a16="http://schemas.microsoft.com/office/drawing/2014/main" id="{0F25446E-DCBD-8D7B-A8D6-64530C64991A}"/>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rot="10800000">
              <a:off x="7904344" y="-4"/>
              <a:ext cx="4287656" cy="4370741"/>
            </a:xfrm>
            <a:prstGeom prst="rect">
              <a:avLst/>
            </a:prstGeom>
          </p:spPr>
        </p:pic>
      </p:grpSp>
      <p:sp>
        <p:nvSpPr>
          <p:cNvPr id="7" name="Title 1">
            <a:extLst>
              <a:ext uri="{FF2B5EF4-FFF2-40B4-BE49-F238E27FC236}">
                <a16:creationId xmlns:a16="http://schemas.microsoft.com/office/drawing/2014/main" id="{18FA58AB-891C-F549-BE0B-E1447AA80211}"/>
              </a:ext>
            </a:extLst>
          </p:cNvPr>
          <p:cNvSpPr>
            <a:spLocks noGrp="1"/>
          </p:cNvSpPr>
          <p:nvPr>
            <p:ph type="title" hasCustomPrompt="1"/>
          </p:nvPr>
        </p:nvSpPr>
        <p:spPr>
          <a:xfrm>
            <a:off x="719999" y="360000"/>
            <a:ext cx="6839041" cy="1080000"/>
          </a:xfrm>
          <a:prstGeom prst="rect">
            <a:avLst/>
          </a:prstGeom>
        </p:spPr>
        <p:txBody>
          <a:bodyPr/>
          <a:lstStyle>
            <a:lvl1pPr>
              <a:lnSpc>
                <a:spcPct val="90000"/>
              </a:lnSpc>
              <a:defRPr/>
            </a:lvl1pPr>
          </a:lstStyle>
          <a:p>
            <a:r>
              <a:rPr lang="en-US"/>
              <a:t>Click to edit title</a:t>
            </a:r>
            <a:endParaRPr lang="fi-FI"/>
          </a:p>
        </p:txBody>
      </p:sp>
      <p:sp>
        <p:nvSpPr>
          <p:cNvPr id="10" name="Content Placeholder 9">
            <a:extLst>
              <a:ext uri="{FF2B5EF4-FFF2-40B4-BE49-F238E27FC236}">
                <a16:creationId xmlns:a16="http://schemas.microsoft.com/office/drawing/2014/main" id="{70EDF826-82C4-AF40-B123-47F791ADDD13}"/>
              </a:ext>
            </a:extLst>
          </p:cNvPr>
          <p:cNvSpPr>
            <a:spLocks noGrp="1"/>
          </p:cNvSpPr>
          <p:nvPr>
            <p:ph sz="quarter" idx="15" hasCustomPrompt="1"/>
          </p:nvPr>
        </p:nvSpPr>
        <p:spPr>
          <a:xfrm>
            <a:off x="719950" y="1620000"/>
            <a:ext cx="6839090" cy="4140000"/>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fi-FI"/>
          </a:p>
        </p:txBody>
      </p:sp>
      <p:pic>
        <p:nvPicPr>
          <p:cNvPr id="4" name="Picture 3" descr="A picture containing computer, dark&#10;&#10;Description automatically generated">
            <a:extLst>
              <a:ext uri="{FF2B5EF4-FFF2-40B4-BE49-F238E27FC236}">
                <a16:creationId xmlns:a16="http://schemas.microsoft.com/office/drawing/2014/main" id="{260E5606-1912-2966-020A-DFF1303CA8EC}"/>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023367" y="6478171"/>
            <a:ext cx="1010795" cy="249189"/>
          </a:xfrm>
          <a:prstGeom prst="rect">
            <a:avLst/>
          </a:prstGeom>
        </p:spPr>
      </p:pic>
    </p:spTree>
    <p:extLst>
      <p:ext uri="{BB962C8B-B14F-4D97-AF65-F5344CB8AC3E}">
        <p14:creationId xmlns:p14="http://schemas.microsoft.com/office/powerpoint/2010/main" val="1262695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ight: Blob 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4C5D1292-789B-C1C7-C54C-F6D64AC85887}"/>
              </a:ext>
            </a:extLst>
          </p:cNvPr>
          <p:cNvGrpSpPr/>
          <p:nvPr userDrawn="1"/>
        </p:nvGrpSpPr>
        <p:grpSpPr>
          <a:xfrm>
            <a:off x="7787951" y="0"/>
            <a:ext cx="4404049" cy="6865623"/>
            <a:chOff x="7787951" y="0"/>
            <a:chExt cx="4404049" cy="6865623"/>
          </a:xfrm>
        </p:grpSpPr>
        <p:pic>
          <p:nvPicPr>
            <p:cNvPr id="5" name="Picture 4" descr="Shape, rectangle&#10;&#10;Description automatically generated">
              <a:extLst>
                <a:ext uri="{FF2B5EF4-FFF2-40B4-BE49-F238E27FC236}">
                  <a16:creationId xmlns:a16="http://schemas.microsoft.com/office/drawing/2014/main" id="{8214537D-BD51-E5C2-FA26-BEBD30E03641}"/>
                </a:ext>
              </a:extLst>
            </p:cNvPr>
            <p:cNvPicPr>
              <a:picLocks noChangeAspect="1"/>
            </p:cNvPicPr>
            <p:nvPr userDrawn="1"/>
          </p:nvPicPr>
          <p:blipFill>
            <a:blip r:embed="rId2" cstate="screen">
              <a:alphaModFix amt="50000"/>
              <a:extLst>
                <a:ext uri="{28A0092B-C50C-407E-A947-70E740481C1C}">
                  <a14:useLocalDpi xmlns:a14="http://schemas.microsoft.com/office/drawing/2010/main"/>
                </a:ext>
              </a:extLst>
            </a:blip>
            <a:stretch>
              <a:fillRect/>
            </a:stretch>
          </p:blipFill>
          <p:spPr>
            <a:xfrm rot="10800000">
              <a:off x="7787951" y="7636"/>
              <a:ext cx="4404049" cy="6857987"/>
            </a:xfrm>
            <a:prstGeom prst="rect">
              <a:avLst/>
            </a:prstGeom>
          </p:spPr>
        </p:pic>
        <p:pic>
          <p:nvPicPr>
            <p:cNvPr id="2" name="Picture 1" descr="A picture containing light&#10;&#10;Description automatically generated">
              <a:extLst>
                <a:ext uri="{FF2B5EF4-FFF2-40B4-BE49-F238E27FC236}">
                  <a16:creationId xmlns:a16="http://schemas.microsoft.com/office/drawing/2014/main" id="{67C899B1-395F-7354-0B27-BD3644E160F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8684444" y="0"/>
              <a:ext cx="3507556" cy="5642629"/>
            </a:xfrm>
            <a:prstGeom prst="rect">
              <a:avLst/>
            </a:prstGeom>
          </p:spPr>
        </p:pic>
      </p:grpSp>
      <p:sp>
        <p:nvSpPr>
          <p:cNvPr id="7" name="Title 1">
            <a:extLst>
              <a:ext uri="{FF2B5EF4-FFF2-40B4-BE49-F238E27FC236}">
                <a16:creationId xmlns:a16="http://schemas.microsoft.com/office/drawing/2014/main" id="{18FA58AB-891C-F549-BE0B-E1447AA80211}"/>
              </a:ext>
            </a:extLst>
          </p:cNvPr>
          <p:cNvSpPr>
            <a:spLocks noGrp="1"/>
          </p:cNvSpPr>
          <p:nvPr>
            <p:ph type="title" hasCustomPrompt="1"/>
          </p:nvPr>
        </p:nvSpPr>
        <p:spPr>
          <a:xfrm>
            <a:off x="719999" y="360000"/>
            <a:ext cx="6839017" cy="1080000"/>
          </a:xfrm>
          <a:prstGeom prst="rect">
            <a:avLst/>
          </a:prstGeom>
        </p:spPr>
        <p:txBody>
          <a:bodyPr/>
          <a:lstStyle>
            <a:lvl1pPr>
              <a:lnSpc>
                <a:spcPct val="90000"/>
              </a:lnSpc>
              <a:defRPr/>
            </a:lvl1pPr>
          </a:lstStyle>
          <a:p>
            <a:r>
              <a:rPr lang="en-US"/>
              <a:t>Click to edit title</a:t>
            </a:r>
            <a:endParaRPr lang="fi-FI"/>
          </a:p>
        </p:txBody>
      </p:sp>
      <p:sp>
        <p:nvSpPr>
          <p:cNvPr id="10" name="Content Placeholder 9">
            <a:extLst>
              <a:ext uri="{FF2B5EF4-FFF2-40B4-BE49-F238E27FC236}">
                <a16:creationId xmlns:a16="http://schemas.microsoft.com/office/drawing/2014/main" id="{70EDF826-82C4-AF40-B123-47F791ADDD13}"/>
              </a:ext>
            </a:extLst>
          </p:cNvPr>
          <p:cNvSpPr>
            <a:spLocks noGrp="1"/>
          </p:cNvSpPr>
          <p:nvPr>
            <p:ph sz="quarter" idx="15" hasCustomPrompt="1"/>
          </p:nvPr>
        </p:nvSpPr>
        <p:spPr>
          <a:xfrm>
            <a:off x="719950" y="1620000"/>
            <a:ext cx="6839090" cy="4140000"/>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fi-FI"/>
          </a:p>
        </p:txBody>
      </p:sp>
      <p:pic>
        <p:nvPicPr>
          <p:cNvPr id="4" name="Picture 3" descr="A picture containing computer, dark&#10;&#10;Description automatically generated">
            <a:extLst>
              <a:ext uri="{FF2B5EF4-FFF2-40B4-BE49-F238E27FC236}">
                <a16:creationId xmlns:a16="http://schemas.microsoft.com/office/drawing/2014/main" id="{FC016737-0256-586C-E411-501B47DBC57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023367" y="6478171"/>
            <a:ext cx="1010795" cy="249189"/>
          </a:xfrm>
          <a:prstGeom prst="rect">
            <a:avLst/>
          </a:prstGeom>
        </p:spPr>
      </p:pic>
    </p:spTree>
    <p:extLst>
      <p:ext uri="{BB962C8B-B14F-4D97-AF65-F5344CB8AC3E}">
        <p14:creationId xmlns:p14="http://schemas.microsoft.com/office/powerpoint/2010/main" val="20161610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ight: Blob 3">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01DAA39-F883-CADB-D6B0-3A8297E7677B}"/>
              </a:ext>
            </a:extLst>
          </p:cNvPr>
          <p:cNvGrpSpPr/>
          <p:nvPr userDrawn="1"/>
        </p:nvGrpSpPr>
        <p:grpSpPr>
          <a:xfrm>
            <a:off x="0" y="0"/>
            <a:ext cx="4404049" cy="6870343"/>
            <a:chOff x="0" y="0"/>
            <a:chExt cx="4404049" cy="6870343"/>
          </a:xfrm>
        </p:grpSpPr>
        <p:pic>
          <p:nvPicPr>
            <p:cNvPr id="7" name="Picture 6" descr="Shape, rectangle&#10;&#10;Description automatically generated">
              <a:extLst>
                <a:ext uri="{FF2B5EF4-FFF2-40B4-BE49-F238E27FC236}">
                  <a16:creationId xmlns:a16="http://schemas.microsoft.com/office/drawing/2014/main" id="{B0D27C7E-0DFA-8099-FC5A-FDF930844925}"/>
                </a:ext>
              </a:extLst>
            </p:cNvPr>
            <p:cNvPicPr>
              <a:picLocks noChangeAspect="1"/>
            </p:cNvPicPr>
            <p:nvPr userDrawn="1"/>
          </p:nvPicPr>
          <p:blipFill>
            <a:blip r:embed="rId2" cstate="screen">
              <a:alphaModFix amt="50000"/>
              <a:extLst>
                <a:ext uri="{28A0092B-C50C-407E-A947-70E740481C1C}">
                  <a14:useLocalDpi xmlns:a14="http://schemas.microsoft.com/office/drawing/2010/main"/>
                </a:ext>
              </a:extLst>
            </a:blip>
            <a:stretch>
              <a:fillRect/>
            </a:stretch>
          </p:blipFill>
          <p:spPr>
            <a:xfrm>
              <a:off x="0" y="12356"/>
              <a:ext cx="4404049" cy="6857987"/>
            </a:xfrm>
            <a:prstGeom prst="rect">
              <a:avLst/>
            </a:prstGeom>
          </p:spPr>
        </p:pic>
        <p:pic>
          <p:nvPicPr>
            <p:cNvPr id="3" name="Picture 2" descr="A picture containing light&#10;&#10;Description automatically generated">
              <a:extLst>
                <a:ext uri="{FF2B5EF4-FFF2-40B4-BE49-F238E27FC236}">
                  <a16:creationId xmlns:a16="http://schemas.microsoft.com/office/drawing/2014/main" id="{A08EA884-9822-3355-B669-CD443B526E3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
            <a:stretch/>
          </p:blipFill>
          <p:spPr>
            <a:xfrm rot="16200000" flipV="1">
              <a:off x="-294945" y="294946"/>
              <a:ext cx="4140000" cy="3550108"/>
            </a:xfrm>
            <a:prstGeom prst="rect">
              <a:avLst/>
            </a:prstGeom>
          </p:spPr>
        </p:pic>
      </p:grpSp>
      <p:sp>
        <p:nvSpPr>
          <p:cNvPr id="4" name="Title 1">
            <a:extLst>
              <a:ext uri="{FF2B5EF4-FFF2-40B4-BE49-F238E27FC236}">
                <a16:creationId xmlns:a16="http://schemas.microsoft.com/office/drawing/2014/main" id="{789C7C0D-5FE3-D198-3CB6-396E9193F0BB}"/>
              </a:ext>
            </a:extLst>
          </p:cNvPr>
          <p:cNvSpPr>
            <a:spLocks noGrp="1"/>
          </p:cNvSpPr>
          <p:nvPr>
            <p:ph type="title" hasCustomPrompt="1"/>
          </p:nvPr>
        </p:nvSpPr>
        <p:spPr>
          <a:xfrm>
            <a:off x="5352303" y="360000"/>
            <a:ext cx="6120897" cy="1080000"/>
          </a:xfrm>
          <a:prstGeom prst="rect">
            <a:avLst/>
          </a:prstGeom>
        </p:spPr>
        <p:txBody>
          <a:bodyPr/>
          <a:lstStyle>
            <a:lvl1pPr>
              <a:lnSpc>
                <a:spcPct val="90000"/>
              </a:lnSpc>
              <a:defRPr/>
            </a:lvl1pPr>
          </a:lstStyle>
          <a:p>
            <a:r>
              <a:rPr lang="en-US"/>
              <a:t>Click to edit title</a:t>
            </a:r>
            <a:endParaRPr lang="fi-FI"/>
          </a:p>
        </p:txBody>
      </p:sp>
      <p:sp>
        <p:nvSpPr>
          <p:cNvPr id="5" name="Content Placeholder 9">
            <a:extLst>
              <a:ext uri="{FF2B5EF4-FFF2-40B4-BE49-F238E27FC236}">
                <a16:creationId xmlns:a16="http://schemas.microsoft.com/office/drawing/2014/main" id="{E1712F29-EA4C-C05D-2BBA-09EC7D97E232}"/>
              </a:ext>
            </a:extLst>
          </p:cNvPr>
          <p:cNvSpPr>
            <a:spLocks noGrp="1"/>
          </p:cNvSpPr>
          <p:nvPr>
            <p:ph sz="quarter" idx="15" hasCustomPrompt="1"/>
          </p:nvPr>
        </p:nvSpPr>
        <p:spPr>
          <a:xfrm>
            <a:off x="5352288" y="1620000"/>
            <a:ext cx="6120962" cy="4140000"/>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fi-FI"/>
          </a:p>
        </p:txBody>
      </p:sp>
      <p:pic>
        <p:nvPicPr>
          <p:cNvPr id="6" name="Picture 5" descr="A picture containing computer, dark&#10;&#10;Description automatically generated">
            <a:extLst>
              <a:ext uri="{FF2B5EF4-FFF2-40B4-BE49-F238E27FC236}">
                <a16:creationId xmlns:a16="http://schemas.microsoft.com/office/drawing/2014/main" id="{44EF07BC-84CF-E530-CAB4-275FD90B7ADD}"/>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023367" y="6478171"/>
            <a:ext cx="1010795" cy="249189"/>
          </a:xfrm>
          <a:prstGeom prst="rect">
            <a:avLst/>
          </a:prstGeom>
        </p:spPr>
      </p:pic>
    </p:spTree>
    <p:extLst>
      <p:ext uri="{BB962C8B-B14F-4D97-AF65-F5344CB8AC3E}">
        <p14:creationId xmlns:p14="http://schemas.microsoft.com/office/powerpoint/2010/main" val="4898754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ight: Blob 4">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8FA58AB-891C-F549-BE0B-E1447AA80211}"/>
              </a:ext>
            </a:extLst>
          </p:cNvPr>
          <p:cNvSpPr>
            <a:spLocks noGrp="1"/>
          </p:cNvSpPr>
          <p:nvPr>
            <p:ph type="title" hasCustomPrompt="1"/>
          </p:nvPr>
        </p:nvSpPr>
        <p:spPr>
          <a:xfrm>
            <a:off x="719999" y="360000"/>
            <a:ext cx="6839041" cy="1080000"/>
          </a:xfrm>
          <a:prstGeom prst="rect">
            <a:avLst/>
          </a:prstGeom>
        </p:spPr>
        <p:txBody>
          <a:bodyPr/>
          <a:lstStyle>
            <a:lvl1pPr>
              <a:lnSpc>
                <a:spcPct val="90000"/>
              </a:lnSpc>
              <a:defRPr/>
            </a:lvl1pPr>
          </a:lstStyle>
          <a:p>
            <a:r>
              <a:rPr lang="en-US"/>
              <a:t>Click to edit title</a:t>
            </a:r>
            <a:endParaRPr lang="fi-FI"/>
          </a:p>
        </p:txBody>
      </p:sp>
      <p:sp>
        <p:nvSpPr>
          <p:cNvPr id="10" name="Content Placeholder 9">
            <a:extLst>
              <a:ext uri="{FF2B5EF4-FFF2-40B4-BE49-F238E27FC236}">
                <a16:creationId xmlns:a16="http://schemas.microsoft.com/office/drawing/2014/main" id="{70EDF826-82C4-AF40-B123-47F791ADDD13}"/>
              </a:ext>
            </a:extLst>
          </p:cNvPr>
          <p:cNvSpPr>
            <a:spLocks noGrp="1"/>
          </p:cNvSpPr>
          <p:nvPr>
            <p:ph sz="quarter" idx="15" hasCustomPrompt="1"/>
          </p:nvPr>
        </p:nvSpPr>
        <p:spPr>
          <a:xfrm>
            <a:off x="719950" y="1620000"/>
            <a:ext cx="6839090" cy="4140000"/>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fi-FI"/>
          </a:p>
        </p:txBody>
      </p:sp>
      <p:grpSp>
        <p:nvGrpSpPr>
          <p:cNvPr id="5" name="Group 4">
            <a:extLst>
              <a:ext uri="{FF2B5EF4-FFF2-40B4-BE49-F238E27FC236}">
                <a16:creationId xmlns:a16="http://schemas.microsoft.com/office/drawing/2014/main" id="{35FBAC37-3222-E634-A15B-8FF5729F3AA9}"/>
              </a:ext>
            </a:extLst>
          </p:cNvPr>
          <p:cNvGrpSpPr/>
          <p:nvPr userDrawn="1"/>
        </p:nvGrpSpPr>
        <p:grpSpPr>
          <a:xfrm>
            <a:off x="7787951" y="-2"/>
            <a:ext cx="4404049" cy="6865625"/>
            <a:chOff x="7787951" y="-2"/>
            <a:chExt cx="4404049" cy="6865625"/>
          </a:xfrm>
        </p:grpSpPr>
        <p:pic>
          <p:nvPicPr>
            <p:cNvPr id="4" name="Picture 3" descr="Shape, rectangle&#10;&#10;Description automatically generated">
              <a:extLst>
                <a:ext uri="{FF2B5EF4-FFF2-40B4-BE49-F238E27FC236}">
                  <a16:creationId xmlns:a16="http://schemas.microsoft.com/office/drawing/2014/main" id="{F4C0E2BA-975F-408B-E933-9498F8F42A01}"/>
                </a:ext>
              </a:extLst>
            </p:cNvPr>
            <p:cNvPicPr>
              <a:picLocks noChangeAspect="1"/>
            </p:cNvPicPr>
            <p:nvPr userDrawn="1"/>
          </p:nvPicPr>
          <p:blipFill>
            <a:blip r:embed="rId2" cstate="screen">
              <a:alphaModFix amt="50000"/>
              <a:extLst>
                <a:ext uri="{28A0092B-C50C-407E-A947-70E740481C1C}">
                  <a14:useLocalDpi xmlns:a14="http://schemas.microsoft.com/office/drawing/2010/main"/>
                </a:ext>
              </a:extLst>
            </a:blip>
            <a:stretch>
              <a:fillRect/>
            </a:stretch>
          </p:blipFill>
          <p:spPr>
            <a:xfrm rot="10800000">
              <a:off x="7787951" y="7636"/>
              <a:ext cx="4404049" cy="6857987"/>
            </a:xfrm>
            <a:prstGeom prst="rect">
              <a:avLst/>
            </a:prstGeom>
          </p:spPr>
        </p:pic>
        <p:pic>
          <p:nvPicPr>
            <p:cNvPr id="9" name="Picture 8" descr="A red circle with a black background&#10;&#10;Description automatically generated with low confidence">
              <a:extLst>
                <a:ext uri="{FF2B5EF4-FFF2-40B4-BE49-F238E27FC236}">
                  <a16:creationId xmlns:a16="http://schemas.microsoft.com/office/drawing/2014/main" id="{318BAACE-0782-7785-2BC4-9E3F1699D91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rot="10800000">
              <a:off x="8189770" y="-2"/>
              <a:ext cx="4002229" cy="4869001"/>
            </a:xfrm>
            <a:prstGeom prst="rect">
              <a:avLst/>
            </a:prstGeom>
          </p:spPr>
        </p:pic>
      </p:grpSp>
      <p:pic>
        <p:nvPicPr>
          <p:cNvPr id="2" name="Picture 1" descr="A picture containing computer, dark&#10;&#10;Description automatically generated">
            <a:extLst>
              <a:ext uri="{FF2B5EF4-FFF2-40B4-BE49-F238E27FC236}">
                <a16:creationId xmlns:a16="http://schemas.microsoft.com/office/drawing/2014/main" id="{28A15C7E-D008-DF3F-6DA9-AE3A25B063B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023367" y="6478171"/>
            <a:ext cx="1010795" cy="249189"/>
          </a:xfrm>
          <a:prstGeom prst="rect">
            <a:avLst/>
          </a:prstGeom>
        </p:spPr>
      </p:pic>
    </p:spTree>
    <p:extLst>
      <p:ext uri="{BB962C8B-B14F-4D97-AF65-F5344CB8AC3E}">
        <p14:creationId xmlns:p14="http://schemas.microsoft.com/office/powerpoint/2010/main" val="35246269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ight: Basic Blue">
    <p:spTree>
      <p:nvGrpSpPr>
        <p:cNvPr id="1" name=""/>
        <p:cNvGrpSpPr/>
        <p:nvPr/>
      </p:nvGrpSpPr>
      <p:grpSpPr>
        <a:xfrm>
          <a:off x="0" y="0"/>
          <a:ext cx="0" cy="0"/>
          <a:chOff x="0" y="0"/>
          <a:chExt cx="0" cy="0"/>
        </a:xfrm>
      </p:grpSpPr>
      <p:pic>
        <p:nvPicPr>
          <p:cNvPr id="2" name="Picture 1" descr="Background pattern&#10;&#10;Description automatically generated with low confidence">
            <a:extLst>
              <a:ext uri="{FF2B5EF4-FFF2-40B4-BE49-F238E27FC236}">
                <a16:creationId xmlns:a16="http://schemas.microsoft.com/office/drawing/2014/main" id="{AA390B87-25E2-CDAD-9152-9ADA1C10AAD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1914"/>
          <a:stretch/>
        </p:blipFill>
        <p:spPr>
          <a:xfrm>
            <a:off x="0" y="0"/>
            <a:ext cx="8407983" cy="6858000"/>
          </a:xfrm>
          <a:prstGeom prst="rect">
            <a:avLst/>
          </a:prstGeom>
        </p:spPr>
      </p:pic>
      <p:sp>
        <p:nvSpPr>
          <p:cNvPr id="10" name="Title 1">
            <a:extLst>
              <a:ext uri="{FF2B5EF4-FFF2-40B4-BE49-F238E27FC236}">
                <a16:creationId xmlns:a16="http://schemas.microsoft.com/office/drawing/2014/main" id="{20D62563-9864-A240-85B9-97F585F33782}"/>
              </a:ext>
            </a:extLst>
          </p:cNvPr>
          <p:cNvSpPr>
            <a:spLocks noGrp="1"/>
          </p:cNvSpPr>
          <p:nvPr>
            <p:ph type="title" hasCustomPrompt="1"/>
          </p:nvPr>
        </p:nvSpPr>
        <p:spPr>
          <a:xfrm>
            <a:off x="720000" y="360000"/>
            <a:ext cx="4876128" cy="1080000"/>
          </a:xfrm>
          <a:prstGeom prst="rect">
            <a:avLst/>
          </a:prstGeom>
        </p:spPr>
        <p:txBody>
          <a:bodyPr/>
          <a:lstStyle>
            <a:lvl1pPr>
              <a:defRPr>
                <a:solidFill>
                  <a:schemeClr val="tx1"/>
                </a:solidFill>
              </a:defRPr>
            </a:lvl1pPr>
          </a:lstStyle>
          <a:p>
            <a:r>
              <a:rPr lang="en-US"/>
              <a:t>Click to edit title</a:t>
            </a:r>
            <a:endParaRPr lang="fi-FI"/>
          </a:p>
        </p:txBody>
      </p:sp>
      <p:sp>
        <p:nvSpPr>
          <p:cNvPr id="12" name="Content Placeholder 11">
            <a:extLst>
              <a:ext uri="{FF2B5EF4-FFF2-40B4-BE49-F238E27FC236}">
                <a16:creationId xmlns:a16="http://schemas.microsoft.com/office/drawing/2014/main" id="{B4D1DBF8-89E5-7A46-8424-1B6FD2A85B9A}"/>
              </a:ext>
            </a:extLst>
          </p:cNvPr>
          <p:cNvSpPr>
            <a:spLocks noGrp="1"/>
          </p:cNvSpPr>
          <p:nvPr>
            <p:ph sz="quarter" idx="14" hasCustomPrompt="1"/>
          </p:nvPr>
        </p:nvSpPr>
        <p:spPr>
          <a:xfrm>
            <a:off x="6096000" y="2675466"/>
            <a:ext cx="5681133" cy="3496733"/>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fi-FI"/>
          </a:p>
        </p:txBody>
      </p:sp>
      <p:pic>
        <p:nvPicPr>
          <p:cNvPr id="3" name="Picture 2" descr="A picture containing computer, dark&#10;&#10;Description automatically generated">
            <a:extLst>
              <a:ext uri="{FF2B5EF4-FFF2-40B4-BE49-F238E27FC236}">
                <a16:creationId xmlns:a16="http://schemas.microsoft.com/office/drawing/2014/main" id="{E9326BDE-7C13-16AB-63FC-5604E08B23D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023367" y="6478171"/>
            <a:ext cx="1010795" cy="249189"/>
          </a:xfrm>
          <a:prstGeom prst="rect">
            <a:avLst/>
          </a:prstGeom>
        </p:spPr>
      </p:pic>
    </p:spTree>
    <p:extLst>
      <p:ext uri="{BB962C8B-B14F-4D97-AF65-F5344CB8AC3E}">
        <p14:creationId xmlns:p14="http://schemas.microsoft.com/office/powerpoint/2010/main" val="4350774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ight: Basic Blue 2">
    <p:spTree>
      <p:nvGrpSpPr>
        <p:cNvPr id="1" name=""/>
        <p:cNvGrpSpPr/>
        <p:nvPr/>
      </p:nvGrpSpPr>
      <p:grpSpPr>
        <a:xfrm>
          <a:off x="0" y="0"/>
          <a:ext cx="0" cy="0"/>
          <a:chOff x="0" y="0"/>
          <a:chExt cx="0" cy="0"/>
        </a:xfrm>
      </p:grpSpPr>
      <p:pic>
        <p:nvPicPr>
          <p:cNvPr id="2" name="Picture 1" descr="Shape&#10;&#10;Description automatically generated">
            <a:extLst>
              <a:ext uri="{FF2B5EF4-FFF2-40B4-BE49-F238E27FC236}">
                <a16:creationId xmlns:a16="http://schemas.microsoft.com/office/drawing/2014/main" id="{159265E9-3D4A-EBFC-0043-6BFDF0D5419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990176" y="0"/>
            <a:ext cx="3201825" cy="6855644"/>
          </a:xfrm>
          <a:prstGeom prst="rect">
            <a:avLst/>
          </a:prstGeom>
        </p:spPr>
      </p:pic>
      <p:sp>
        <p:nvSpPr>
          <p:cNvPr id="10" name="Title 1">
            <a:extLst>
              <a:ext uri="{FF2B5EF4-FFF2-40B4-BE49-F238E27FC236}">
                <a16:creationId xmlns:a16="http://schemas.microsoft.com/office/drawing/2014/main" id="{20D62563-9864-A240-85B9-97F585F33782}"/>
              </a:ext>
            </a:extLst>
          </p:cNvPr>
          <p:cNvSpPr>
            <a:spLocks noGrp="1"/>
          </p:cNvSpPr>
          <p:nvPr>
            <p:ph type="title" hasCustomPrompt="1"/>
          </p:nvPr>
        </p:nvSpPr>
        <p:spPr>
          <a:xfrm>
            <a:off x="720000" y="360000"/>
            <a:ext cx="10753200" cy="1080000"/>
          </a:xfrm>
          <a:prstGeom prst="rect">
            <a:avLst/>
          </a:prstGeom>
        </p:spPr>
        <p:txBody>
          <a:bodyPr/>
          <a:lstStyle/>
          <a:p>
            <a:r>
              <a:rPr lang="en-US"/>
              <a:t>Click to edit title</a:t>
            </a:r>
            <a:endParaRPr lang="fi-FI"/>
          </a:p>
        </p:txBody>
      </p:sp>
      <p:sp>
        <p:nvSpPr>
          <p:cNvPr id="12" name="Content Placeholder 11">
            <a:extLst>
              <a:ext uri="{FF2B5EF4-FFF2-40B4-BE49-F238E27FC236}">
                <a16:creationId xmlns:a16="http://schemas.microsoft.com/office/drawing/2014/main" id="{B4D1DBF8-89E5-7A46-8424-1B6FD2A85B9A}"/>
              </a:ext>
            </a:extLst>
          </p:cNvPr>
          <p:cNvSpPr>
            <a:spLocks noGrp="1"/>
          </p:cNvSpPr>
          <p:nvPr>
            <p:ph sz="quarter" idx="14" hasCustomPrompt="1"/>
          </p:nvPr>
        </p:nvSpPr>
        <p:spPr>
          <a:xfrm>
            <a:off x="720000" y="1620000"/>
            <a:ext cx="10752863" cy="4140000"/>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fi-FI"/>
          </a:p>
        </p:txBody>
      </p:sp>
      <p:pic>
        <p:nvPicPr>
          <p:cNvPr id="3" name="Picture 2" descr="A picture containing computer, dark&#10;&#10;Description automatically generated">
            <a:extLst>
              <a:ext uri="{FF2B5EF4-FFF2-40B4-BE49-F238E27FC236}">
                <a16:creationId xmlns:a16="http://schemas.microsoft.com/office/drawing/2014/main" id="{1FB37EE5-8145-6F33-DFD5-819592A6413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023367" y="6478171"/>
            <a:ext cx="1010795" cy="249189"/>
          </a:xfrm>
          <a:prstGeom prst="rect">
            <a:avLst/>
          </a:prstGeom>
        </p:spPr>
      </p:pic>
    </p:spTree>
    <p:extLst>
      <p:ext uri="{BB962C8B-B14F-4D97-AF65-F5344CB8AC3E}">
        <p14:creationId xmlns:p14="http://schemas.microsoft.com/office/powerpoint/2010/main" val="42820158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ight: Basic Red">
    <p:spTree>
      <p:nvGrpSpPr>
        <p:cNvPr id="1" name=""/>
        <p:cNvGrpSpPr/>
        <p:nvPr/>
      </p:nvGrpSpPr>
      <p:grpSpPr>
        <a:xfrm>
          <a:off x="0" y="0"/>
          <a:ext cx="0" cy="0"/>
          <a:chOff x="0" y="0"/>
          <a:chExt cx="0" cy="0"/>
        </a:xfrm>
      </p:grpSpPr>
      <p:pic>
        <p:nvPicPr>
          <p:cNvPr id="4" name="Picture 3" descr="Shape, background pattern&#10;&#10;Description automatically generated with medium confidence">
            <a:extLst>
              <a:ext uri="{FF2B5EF4-FFF2-40B4-BE49-F238E27FC236}">
                <a16:creationId xmlns:a16="http://schemas.microsoft.com/office/drawing/2014/main" id="{DC415052-4F8E-1B88-4032-EA353055981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7523"/>
          <a:stretch/>
        </p:blipFill>
        <p:spPr>
          <a:xfrm>
            <a:off x="0" y="0"/>
            <a:ext cx="8257104" cy="6858000"/>
          </a:xfrm>
          <a:prstGeom prst="rect">
            <a:avLst/>
          </a:prstGeom>
        </p:spPr>
      </p:pic>
      <p:sp>
        <p:nvSpPr>
          <p:cNvPr id="10" name="Title 1">
            <a:extLst>
              <a:ext uri="{FF2B5EF4-FFF2-40B4-BE49-F238E27FC236}">
                <a16:creationId xmlns:a16="http://schemas.microsoft.com/office/drawing/2014/main" id="{20D62563-9864-A240-85B9-97F585F33782}"/>
              </a:ext>
            </a:extLst>
          </p:cNvPr>
          <p:cNvSpPr>
            <a:spLocks noGrp="1"/>
          </p:cNvSpPr>
          <p:nvPr>
            <p:ph type="title" hasCustomPrompt="1"/>
          </p:nvPr>
        </p:nvSpPr>
        <p:spPr>
          <a:xfrm>
            <a:off x="720000" y="360000"/>
            <a:ext cx="4876128" cy="1080000"/>
          </a:xfrm>
          <a:prstGeom prst="rect">
            <a:avLst/>
          </a:prstGeom>
        </p:spPr>
        <p:txBody>
          <a:bodyPr/>
          <a:lstStyle>
            <a:lvl1pPr>
              <a:defRPr>
                <a:solidFill>
                  <a:schemeClr val="tx1"/>
                </a:solidFill>
              </a:defRPr>
            </a:lvl1pPr>
          </a:lstStyle>
          <a:p>
            <a:r>
              <a:rPr lang="en-US"/>
              <a:t>Click to edit title</a:t>
            </a:r>
            <a:endParaRPr lang="fi-FI"/>
          </a:p>
        </p:txBody>
      </p:sp>
      <p:sp>
        <p:nvSpPr>
          <p:cNvPr id="2" name="Content Placeholder 11">
            <a:extLst>
              <a:ext uri="{FF2B5EF4-FFF2-40B4-BE49-F238E27FC236}">
                <a16:creationId xmlns:a16="http://schemas.microsoft.com/office/drawing/2014/main" id="{27FEB78F-C89D-8726-E12F-4E91EEF69D75}"/>
              </a:ext>
            </a:extLst>
          </p:cNvPr>
          <p:cNvSpPr>
            <a:spLocks noGrp="1"/>
          </p:cNvSpPr>
          <p:nvPr>
            <p:ph sz="quarter" idx="14" hasCustomPrompt="1"/>
          </p:nvPr>
        </p:nvSpPr>
        <p:spPr>
          <a:xfrm>
            <a:off x="6096000" y="2675466"/>
            <a:ext cx="5681133" cy="3496733"/>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fi-FI"/>
          </a:p>
        </p:txBody>
      </p:sp>
      <p:pic>
        <p:nvPicPr>
          <p:cNvPr id="3" name="Picture 2" descr="A picture containing computer, dark&#10;&#10;Description automatically generated">
            <a:extLst>
              <a:ext uri="{FF2B5EF4-FFF2-40B4-BE49-F238E27FC236}">
                <a16:creationId xmlns:a16="http://schemas.microsoft.com/office/drawing/2014/main" id="{440BEEEA-0A3D-7E33-26D1-61AACF759BD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023367" y="6478171"/>
            <a:ext cx="1010795" cy="249189"/>
          </a:xfrm>
          <a:prstGeom prst="rect">
            <a:avLst/>
          </a:prstGeom>
        </p:spPr>
      </p:pic>
    </p:spTree>
    <p:extLst>
      <p:ext uri="{BB962C8B-B14F-4D97-AF65-F5344CB8AC3E}">
        <p14:creationId xmlns:p14="http://schemas.microsoft.com/office/powerpoint/2010/main" val="28474129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ight: Basic Red 2">
    <p:spTree>
      <p:nvGrpSpPr>
        <p:cNvPr id="1" name=""/>
        <p:cNvGrpSpPr/>
        <p:nvPr/>
      </p:nvGrpSpPr>
      <p:grpSpPr>
        <a:xfrm>
          <a:off x="0" y="0"/>
          <a:ext cx="0" cy="0"/>
          <a:chOff x="0" y="0"/>
          <a:chExt cx="0" cy="0"/>
        </a:xfrm>
      </p:grpSpPr>
      <p:pic>
        <p:nvPicPr>
          <p:cNvPr id="4" name="Picture 3" descr="Shape&#10;&#10;Description automatically generated">
            <a:extLst>
              <a:ext uri="{FF2B5EF4-FFF2-40B4-BE49-F238E27FC236}">
                <a16:creationId xmlns:a16="http://schemas.microsoft.com/office/drawing/2014/main" id="{1BF75463-DECA-83CB-AF0E-57D09CE0E8B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184041" y="0"/>
            <a:ext cx="10007959" cy="6855644"/>
          </a:xfrm>
          <a:prstGeom prst="rect">
            <a:avLst/>
          </a:prstGeom>
        </p:spPr>
      </p:pic>
      <p:sp>
        <p:nvSpPr>
          <p:cNvPr id="10" name="Title 1">
            <a:extLst>
              <a:ext uri="{FF2B5EF4-FFF2-40B4-BE49-F238E27FC236}">
                <a16:creationId xmlns:a16="http://schemas.microsoft.com/office/drawing/2014/main" id="{20D62563-9864-A240-85B9-97F585F33782}"/>
              </a:ext>
            </a:extLst>
          </p:cNvPr>
          <p:cNvSpPr>
            <a:spLocks noGrp="1"/>
          </p:cNvSpPr>
          <p:nvPr>
            <p:ph type="title" hasCustomPrompt="1"/>
          </p:nvPr>
        </p:nvSpPr>
        <p:spPr>
          <a:xfrm>
            <a:off x="720000" y="360000"/>
            <a:ext cx="10753200" cy="1080000"/>
          </a:xfrm>
          <a:prstGeom prst="rect">
            <a:avLst/>
          </a:prstGeom>
        </p:spPr>
        <p:txBody>
          <a:bodyPr/>
          <a:lstStyle/>
          <a:p>
            <a:r>
              <a:rPr lang="en-US"/>
              <a:t>Click to edit title</a:t>
            </a:r>
            <a:endParaRPr lang="fi-FI"/>
          </a:p>
        </p:txBody>
      </p:sp>
      <p:sp>
        <p:nvSpPr>
          <p:cNvPr id="12" name="Content Placeholder 11">
            <a:extLst>
              <a:ext uri="{FF2B5EF4-FFF2-40B4-BE49-F238E27FC236}">
                <a16:creationId xmlns:a16="http://schemas.microsoft.com/office/drawing/2014/main" id="{B4D1DBF8-89E5-7A46-8424-1B6FD2A85B9A}"/>
              </a:ext>
            </a:extLst>
          </p:cNvPr>
          <p:cNvSpPr>
            <a:spLocks noGrp="1"/>
          </p:cNvSpPr>
          <p:nvPr>
            <p:ph sz="quarter" idx="14" hasCustomPrompt="1"/>
          </p:nvPr>
        </p:nvSpPr>
        <p:spPr>
          <a:xfrm>
            <a:off x="720000" y="1620000"/>
            <a:ext cx="10752863" cy="4140000"/>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fi-FI"/>
          </a:p>
        </p:txBody>
      </p:sp>
      <p:pic>
        <p:nvPicPr>
          <p:cNvPr id="2" name="Picture 1" descr="A picture containing computer, dark&#10;&#10;Description automatically generated">
            <a:extLst>
              <a:ext uri="{FF2B5EF4-FFF2-40B4-BE49-F238E27FC236}">
                <a16:creationId xmlns:a16="http://schemas.microsoft.com/office/drawing/2014/main" id="{1C06A76F-2CC8-C2DE-69E7-9D857854F02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023367" y="6478171"/>
            <a:ext cx="1010795" cy="249189"/>
          </a:xfrm>
          <a:prstGeom prst="rect">
            <a:avLst/>
          </a:prstGeom>
        </p:spPr>
      </p:pic>
    </p:spTree>
    <p:extLst>
      <p:ext uri="{BB962C8B-B14F-4D97-AF65-F5344CB8AC3E}">
        <p14:creationId xmlns:p14="http://schemas.microsoft.com/office/powerpoint/2010/main" val="1991014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ight: Empty">
    <p:spTree>
      <p:nvGrpSpPr>
        <p:cNvPr id="1" name=""/>
        <p:cNvGrpSpPr/>
        <p:nvPr/>
      </p:nvGrpSpPr>
      <p:grpSpPr>
        <a:xfrm>
          <a:off x="0" y="0"/>
          <a:ext cx="0" cy="0"/>
          <a:chOff x="0" y="0"/>
          <a:chExt cx="0" cy="0"/>
        </a:xfrm>
      </p:grpSpPr>
      <p:pic>
        <p:nvPicPr>
          <p:cNvPr id="2" name="Picture 1" descr="A picture containing computer, dark&#10;&#10;Description automatically generated">
            <a:extLst>
              <a:ext uri="{FF2B5EF4-FFF2-40B4-BE49-F238E27FC236}">
                <a16:creationId xmlns:a16="http://schemas.microsoft.com/office/drawing/2014/main" id="{929CE785-C465-2D06-9112-48B325B9AEC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023367" y="6478171"/>
            <a:ext cx="1010795" cy="249189"/>
          </a:xfrm>
          <a:prstGeom prst="rect">
            <a:avLst/>
          </a:prstGeom>
        </p:spPr>
      </p:pic>
    </p:spTree>
    <p:extLst>
      <p:ext uri="{BB962C8B-B14F-4D97-AF65-F5344CB8AC3E}">
        <p14:creationId xmlns:p14="http://schemas.microsoft.com/office/powerpoint/2010/main" val="14065044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Light: Contact 1">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758256BC-7454-262E-293C-BDDFF77EB5F2}"/>
              </a:ext>
            </a:extLst>
          </p:cNvPr>
          <p:cNvSpPr/>
          <p:nvPr userDrawn="1"/>
        </p:nvSpPr>
        <p:spPr>
          <a:xfrm rot="10800000">
            <a:off x="5022096" y="1806095"/>
            <a:ext cx="2153905" cy="2153905"/>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pic>
        <p:nvPicPr>
          <p:cNvPr id="6" name="Picture 5" descr="Shape, rectangle&#10;&#10;Description automatically generated">
            <a:extLst>
              <a:ext uri="{FF2B5EF4-FFF2-40B4-BE49-F238E27FC236}">
                <a16:creationId xmlns:a16="http://schemas.microsoft.com/office/drawing/2014/main" id="{BE662E80-0CF4-E9CB-9427-75AB987C31E4}"/>
              </a:ext>
            </a:extLst>
          </p:cNvPr>
          <p:cNvPicPr>
            <a:picLocks noChangeAspect="1"/>
          </p:cNvPicPr>
          <p:nvPr userDrawn="1"/>
        </p:nvPicPr>
        <p:blipFill>
          <a:blip r:embed="rId2" cstate="screen">
            <a:alphaModFix amt="50000"/>
            <a:extLst>
              <a:ext uri="{28A0092B-C50C-407E-A947-70E740481C1C}">
                <a14:useLocalDpi xmlns:a14="http://schemas.microsoft.com/office/drawing/2010/main"/>
              </a:ext>
            </a:extLst>
          </a:blip>
          <a:stretch>
            <a:fillRect/>
          </a:stretch>
        </p:blipFill>
        <p:spPr>
          <a:xfrm rot="10800000">
            <a:off x="7787951" y="13"/>
            <a:ext cx="4404049" cy="6857987"/>
          </a:xfrm>
          <a:prstGeom prst="rect">
            <a:avLst/>
          </a:prstGeom>
        </p:spPr>
      </p:pic>
      <p:sp>
        <p:nvSpPr>
          <p:cNvPr id="2" name="Title 1">
            <a:extLst>
              <a:ext uri="{FF2B5EF4-FFF2-40B4-BE49-F238E27FC236}">
                <a16:creationId xmlns:a16="http://schemas.microsoft.com/office/drawing/2014/main" id="{0857016D-915B-9644-BA48-0E91949873BD}"/>
              </a:ext>
            </a:extLst>
          </p:cNvPr>
          <p:cNvSpPr>
            <a:spLocks noGrp="1"/>
          </p:cNvSpPr>
          <p:nvPr>
            <p:ph type="title" hasCustomPrompt="1"/>
          </p:nvPr>
        </p:nvSpPr>
        <p:spPr>
          <a:xfrm>
            <a:off x="720000" y="365125"/>
            <a:ext cx="10753200" cy="1080000"/>
          </a:xfrm>
          <a:prstGeom prst="rect">
            <a:avLst/>
          </a:prstGeom>
        </p:spPr>
        <p:txBody>
          <a:bodyPr/>
          <a:lstStyle>
            <a:lvl1pPr algn="ctr">
              <a:lnSpc>
                <a:spcPct val="90000"/>
              </a:lnSpc>
              <a:defRPr/>
            </a:lvl1pPr>
          </a:lstStyle>
          <a:p>
            <a:r>
              <a:rPr lang="en-US"/>
              <a:t>Click to edit title</a:t>
            </a:r>
            <a:endParaRPr lang="fi-FI"/>
          </a:p>
        </p:txBody>
      </p:sp>
      <p:sp>
        <p:nvSpPr>
          <p:cNvPr id="9" name="Picture Placeholder 3">
            <a:extLst>
              <a:ext uri="{FF2B5EF4-FFF2-40B4-BE49-F238E27FC236}">
                <a16:creationId xmlns:a16="http://schemas.microsoft.com/office/drawing/2014/main" id="{1E3E160C-4DA0-6947-9FCD-93F06CFB3A37}"/>
              </a:ext>
            </a:extLst>
          </p:cNvPr>
          <p:cNvSpPr>
            <a:spLocks noGrp="1"/>
          </p:cNvSpPr>
          <p:nvPr>
            <p:ph type="pic" sz="quarter" idx="14"/>
          </p:nvPr>
        </p:nvSpPr>
        <p:spPr>
          <a:xfrm>
            <a:off x="5016000" y="1800000"/>
            <a:ext cx="2160000" cy="2160000"/>
          </a:xfrm>
          <a:prstGeom prst="ellipse">
            <a:avLst/>
          </a:prstGeom>
          <a:noFill/>
        </p:spPr>
        <p:txBody>
          <a:bodyPr/>
          <a:lstStyle>
            <a:lvl1pPr marL="0" indent="0" algn="ctr">
              <a:buNone/>
              <a:defRPr/>
            </a:lvl1pPr>
          </a:lstStyle>
          <a:p>
            <a:r>
              <a:rPr lang="en-GB"/>
              <a:t>Click icon to add picture</a:t>
            </a:r>
            <a:endParaRPr lang="fi-FI"/>
          </a:p>
        </p:txBody>
      </p:sp>
      <p:sp>
        <p:nvSpPr>
          <p:cNvPr id="16" name="Text Placeholder 18">
            <a:extLst>
              <a:ext uri="{FF2B5EF4-FFF2-40B4-BE49-F238E27FC236}">
                <a16:creationId xmlns:a16="http://schemas.microsoft.com/office/drawing/2014/main" id="{9D1D161E-D5B8-BA4C-9A2E-3C192876BE32}"/>
              </a:ext>
            </a:extLst>
          </p:cNvPr>
          <p:cNvSpPr>
            <a:spLocks noGrp="1"/>
          </p:cNvSpPr>
          <p:nvPr>
            <p:ph type="body" sz="quarter" idx="17" hasCustomPrompt="1"/>
          </p:nvPr>
        </p:nvSpPr>
        <p:spPr>
          <a:xfrm>
            <a:off x="720000" y="4107876"/>
            <a:ext cx="10753200" cy="1670210"/>
          </a:xfrm>
        </p:spPr>
        <p:txBody>
          <a:bodyPr>
            <a:normAutofit/>
          </a:bodyPr>
          <a:lstStyle>
            <a:lvl1pPr marL="0" indent="0" algn="ctr">
              <a:lnSpc>
                <a:spcPct val="90000"/>
              </a:lnSpc>
              <a:spcBef>
                <a:spcPts val="500"/>
              </a:spcBef>
              <a:buNone/>
              <a:defRPr sz="18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pic>
        <p:nvPicPr>
          <p:cNvPr id="5" name="Picture 4" descr="A picture containing computer, dark&#10;&#10;Description automatically generated">
            <a:extLst>
              <a:ext uri="{FF2B5EF4-FFF2-40B4-BE49-F238E27FC236}">
                <a16:creationId xmlns:a16="http://schemas.microsoft.com/office/drawing/2014/main" id="{93FB7469-86CE-9505-CF90-0DD6310CD83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023367" y="6478171"/>
            <a:ext cx="1010795" cy="249189"/>
          </a:xfrm>
          <a:prstGeom prst="rect">
            <a:avLst/>
          </a:prstGeom>
        </p:spPr>
      </p:pic>
    </p:spTree>
    <p:extLst>
      <p:ext uri="{BB962C8B-B14F-4D97-AF65-F5344CB8AC3E}">
        <p14:creationId xmlns:p14="http://schemas.microsoft.com/office/powerpoint/2010/main" val="24825411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ight: Contact 2">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C564B205-66C1-B810-844A-3EC28AFC005E}"/>
              </a:ext>
            </a:extLst>
          </p:cNvPr>
          <p:cNvSpPr/>
          <p:nvPr userDrawn="1"/>
        </p:nvSpPr>
        <p:spPr>
          <a:xfrm rot="10800000">
            <a:off x="2520000" y="1806095"/>
            <a:ext cx="2160000" cy="2160000"/>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4" name="Oval 3">
            <a:extLst>
              <a:ext uri="{FF2B5EF4-FFF2-40B4-BE49-F238E27FC236}">
                <a16:creationId xmlns:a16="http://schemas.microsoft.com/office/drawing/2014/main" id="{989245DA-915F-D4EF-0D9C-06B72108BB8D}"/>
              </a:ext>
            </a:extLst>
          </p:cNvPr>
          <p:cNvSpPr/>
          <p:nvPr userDrawn="1"/>
        </p:nvSpPr>
        <p:spPr>
          <a:xfrm rot="10800000">
            <a:off x="7512624" y="1806095"/>
            <a:ext cx="2160000" cy="2160000"/>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pic>
        <p:nvPicPr>
          <p:cNvPr id="6" name="Picture 5" descr="Shape, rectangle&#10;&#10;Description automatically generated">
            <a:extLst>
              <a:ext uri="{FF2B5EF4-FFF2-40B4-BE49-F238E27FC236}">
                <a16:creationId xmlns:a16="http://schemas.microsoft.com/office/drawing/2014/main" id="{731BCD85-8675-D4F5-228E-356B6F430B98}"/>
              </a:ext>
            </a:extLst>
          </p:cNvPr>
          <p:cNvPicPr>
            <a:picLocks noChangeAspect="1"/>
          </p:cNvPicPr>
          <p:nvPr userDrawn="1"/>
        </p:nvPicPr>
        <p:blipFill>
          <a:blip r:embed="rId2" cstate="screen">
            <a:alphaModFix amt="50000"/>
            <a:extLst>
              <a:ext uri="{28A0092B-C50C-407E-A947-70E740481C1C}">
                <a14:useLocalDpi xmlns:a14="http://schemas.microsoft.com/office/drawing/2010/main"/>
              </a:ext>
            </a:extLst>
          </a:blip>
          <a:stretch>
            <a:fillRect/>
          </a:stretch>
        </p:blipFill>
        <p:spPr>
          <a:xfrm rot="10800000">
            <a:off x="7787951" y="13"/>
            <a:ext cx="4404049" cy="6857987"/>
          </a:xfrm>
          <a:prstGeom prst="rect">
            <a:avLst/>
          </a:prstGeom>
        </p:spPr>
      </p:pic>
      <p:sp>
        <p:nvSpPr>
          <p:cNvPr id="2" name="Title 1">
            <a:extLst>
              <a:ext uri="{FF2B5EF4-FFF2-40B4-BE49-F238E27FC236}">
                <a16:creationId xmlns:a16="http://schemas.microsoft.com/office/drawing/2014/main" id="{0857016D-915B-9644-BA48-0E91949873BD}"/>
              </a:ext>
            </a:extLst>
          </p:cNvPr>
          <p:cNvSpPr>
            <a:spLocks noGrp="1"/>
          </p:cNvSpPr>
          <p:nvPr>
            <p:ph type="title" hasCustomPrompt="1"/>
          </p:nvPr>
        </p:nvSpPr>
        <p:spPr>
          <a:xfrm>
            <a:off x="720000" y="365125"/>
            <a:ext cx="10753200" cy="1080000"/>
          </a:xfrm>
          <a:prstGeom prst="rect">
            <a:avLst/>
          </a:prstGeom>
        </p:spPr>
        <p:txBody>
          <a:bodyPr/>
          <a:lstStyle>
            <a:lvl1pPr algn="ctr">
              <a:lnSpc>
                <a:spcPct val="90000"/>
              </a:lnSpc>
              <a:defRPr/>
            </a:lvl1pPr>
          </a:lstStyle>
          <a:p>
            <a:r>
              <a:rPr lang="en-US"/>
              <a:t>Click to edit title</a:t>
            </a:r>
            <a:endParaRPr lang="fi-FI"/>
          </a:p>
        </p:txBody>
      </p:sp>
      <p:sp>
        <p:nvSpPr>
          <p:cNvPr id="9" name="Picture Placeholder 3">
            <a:extLst>
              <a:ext uri="{FF2B5EF4-FFF2-40B4-BE49-F238E27FC236}">
                <a16:creationId xmlns:a16="http://schemas.microsoft.com/office/drawing/2014/main" id="{1E3E160C-4DA0-6947-9FCD-93F06CFB3A37}"/>
              </a:ext>
            </a:extLst>
          </p:cNvPr>
          <p:cNvSpPr>
            <a:spLocks noGrp="1"/>
          </p:cNvSpPr>
          <p:nvPr>
            <p:ph type="pic" sz="quarter" idx="14"/>
          </p:nvPr>
        </p:nvSpPr>
        <p:spPr>
          <a:xfrm>
            <a:off x="2520000" y="1800000"/>
            <a:ext cx="2160000" cy="2160000"/>
          </a:xfrm>
          <a:prstGeom prst="ellipse">
            <a:avLst/>
          </a:prstGeom>
          <a:noFill/>
        </p:spPr>
        <p:txBody>
          <a:bodyPr/>
          <a:lstStyle>
            <a:lvl1pPr marL="0" indent="0" algn="ctr">
              <a:buNone/>
              <a:defRPr/>
            </a:lvl1pPr>
          </a:lstStyle>
          <a:p>
            <a:r>
              <a:rPr lang="en-GB"/>
              <a:t>Click icon to add picture</a:t>
            </a:r>
            <a:endParaRPr lang="fi-FI"/>
          </a:p>
        </p:txBody>
      </p:sp>
      <p:sp>
        <p:nvSpPr>
          <p:cNvPr id="10" name="Picture Placeholder 3">
            <a:extLst>
              <a:ext uri="{FF2B5EF4-FFF2-40B4-BE49-F238E27FC236}">
                <a16:creationId xmlns:a16="http://schemas.microsoft.com/office/drawing/2014/main" id="{2108D4A2-AAAB-7445-A66C-949A4F51C489}"/>
              </a:ext>
            </a:extLst>
          </p:cNvPr>
          <p:cNvSpPr>
            <a:spLocks noGrp="1"/>
          </p:cNvSpPr>
          <p:nvPr>
            <p:ph type="pic" sz="quarter" idx="15"/>
          </p:nvPr>
        </p:nvSpPr>
        <p:spPr>
          <a:xfrm>
            <a:off x="7509600" y="1800000"/>
            <a:ext cx="2160000" cy="2160000"/>
          </a:xfrm>
          <a:prstGeom prst="ellipse">
            <a:avLst/>
          </a:prstGeom>
          <a:noFill/>
        </p:spPr>
        <p:txBody>
          <a:bodyPr/>
          <a:lstStyle>
            <a:lvl1pPr marL="0" indent="0" algn="ctr">
              <a:buNone/>
              <a:defRPr/>
            </a:lvl1pPr>
          </a:lstStyle>
          <a:p>
            <a:r>
              <a:rPr lang="en-GB"/>
              <a:t>Click icon to add picture</a:t>
            </a:r>
            <a:endParaRPr lang="fi-FI"/>
          </a:p>
        </p:txBody>
      </p:sp>
      <p:sp>
        <p:nvSpPr>
          <p:cNvPr id="20" name="Text Placeholder 18">
            <a:extLst>
              <a:ext uri="{FF2B5EF4-FFF2-40B4-BE49-F238E27FC236}">
                <a16:creationId xmlns:a16="http://schemas.microsoft.com/office/drawing/2014/main" id="{9C370407-25CC-B044-9B6B-3E6F277F3480}"/>
              </a:ext>
            </a:extLst>
          </p:cNvPr>
          <p:cNvSpPr>
            <a:spLocks noGrp="1"/>
          </p:cNvSpPr>
          <p:nvPr>
            <p:ph type="body" sz="quarter" idx="17" hasCustomPrompt="1"/>
          </p:nvPr>
        </p:nvSpPr>
        <p:spPr>
          <a:xfrm>
            <a:off x="1440000" y="4107876"/>
            <a:ext cx="4320000" cy="1670210"/>
          </a:xfrm>
        </p:spPr>
        <p:txBody>
          <a:bodyPr>
            <a:normAutofit/>
          </a:bodyPr>
          <a:lstStyle>
            <a:lvl1pPr marL="0" indent="0" algn="ctr">
              <a:lnSpc>
                <a:spcPct val="90000"/>
              </a:lnSpc>
              <a:spcBef>
                <a:spcPts val="500"/>
              </a:spcBef>
              <a:buNone/>
              <a:defRPr sz="18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22" name="Text Placeholder 18">
            <a:extLst>
              <a:ext uri="{FF2B5EF4-FFF2-40B4-BE49-F238E27FC236}">
                <a16:creationId xmlns:a16="http://schemas.microsoft.com/office/drawing/2014/main" id="{B846367E-43B7-2746-BFC9-45B455F30941}"/>
              </a:ext>
            </a:extLst>
          </p:cNvPr>
          <p:cNvSpPr>
            <a:spLocks noGrp="1"/>
          </p:cNvSpPr>
          <p:nvPr>
            <p:ph type="body" sz="quarter" idx="19" hasCustomPrompt="1"/>
          </p:nvPr>
        </p:nvSpPr>
        <p:spPr>
          <a:xfrm>
            <a:off x="6429600" y="4107876"/>
            <a:ext cx="4320000" cy="1670210"/>
          </a:xfrm>
        </p:spPr>
        <p:txBody>
          <a:bodyPr>
            <a:normAutofit/>
          </a:bodyPr>
          <a:lstStyle>
            <a:lvl1pPr marL="0" indent="0" algn="ctr">
              <a:lnSpc>
                <a:spcPct val="90000"/>
              </a:lnSpc>
              <a:spcBef>
                <a:spcPts val="500"/>
              </a:spcBef>
              <a:buNone/>
              <a:defRPr sz="18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pic>
        <p:nvPicPr>
          <p:cNvPr id="7" name="Picture 6" descr="A picture containing computer, dark&#10;&#10;Description automatically generated">
            <a:extLst>
              <a:ext uri="{FF2B5EF4-FFF2-40B4-BE49-F238E27FC236}">
                <a16:creationId xmlns:a16="http://schemas.microsoft.com/office/drawing/2014/main" id="{313C3062-821A-7488-B22E-B93B2B3F8DB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023367" y="6478171"/>
            <a:ext cx="1010795" cy="249189"/>
          </a:xfrm>
          <a:prstGeom prst="rect">
            <a:avLst/>
          </a:prstGeom>
        </p:spPr>
      </p:pic>
    </p:spTree>
    <p:extLst>
      <p:ext uri="{BB962C8B-B14F-4D97-AF65-F5344CB8AC3E}">
        <p14:creationId xmlns:p14="http://schemas.microsoft.com/office/powerpoint/2010/main" val="11957414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ight: Contact 3">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D1D11DA7-8F9B-DDD0-5FE1-3F5EB18488DC}"/>
              </a:ext>
            </a:extLst>
          </p:cNvPr>
          <p:cNvSpPr/>
          <p:nvPr userDrawn="1"/>
        </p:nvSpPr>
        <p:spPr>
          <a:xfrm rot="10800000">
            <a:off x="5022096" y="1806095"/>
            <a:ext cx="2160000" cy="2160000"/>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5" name="Oval 4">
            <a:extLst>
              <a:ext uri="{FF2B5EF4-FFF2-40B4-BE49-F238E27FC236}">
                <a16:creationId xmlns:a16="http://schemas.microsoft.com/office/drawing/2014/main" id="{AF3C2D09-E112-AAF7-5F9C-73D2989CD4B0}"/>
              </a:ext>
            </a:extLst>
          </p:cNvPr>
          <p:cNvSpPr/>
          <p:nvPr userDrawn="1"/>
        </p:nvSpPr>
        <p:spPr>
          <a:xfrm rot="10800000">
            <a:off x="1779024" y="1806095"/>
            <a:ext cx="2160000" cy="2160000"/>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 name="Oval 5">
            <a:extLst>
              <a:ext uri="{FF2B5EF4-FFF2-40B4-BE49-F238E27FC236}">
                <a16:creationId xmlns:a16="http://schemas.microsoft.com/office/drawing/2014/main" id="{3D1FEE21-A747-37C0-2709-BCE41BBA6067}"/>
              </a:ext>
            </a:extLst>
          </p:cNvPr>
          <p:cNvSpPr/>
          <p:nvPr userDrawn="1"/>
        </p:nvSpPr>
        <p:spPr>
          <a:xfrm rot="10800000">
            <a:off x="8259072" y="1806095"/>
            <a:ext cx="2160000" cy="2160000"/>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pic>
        <p:nvPicPr>
          <p:cNvPr id="7" name="Picture 6" descr="Shape, rectangle&#10;&#10;Description automatically generated">
            <a:extLst>
              <a:ext uri="{FF2B5EF4-FFF2-40B4-BE49-F238E27FC236}">
                <a16:creationId xmlns:a16="http://schemas.microsoft.com/office/drawing/2014/main" id="{739D0047-47BD-00BA-05CD-8F55F821D6CE}"/>
              </a:ext>
            </a:extLst>
          </p:cNvPr>
          <p:cNvPicPr>
            <a:picLocks noChangeAspect="1"/>
          </p:cNvPicPr>
          <p:nvPr userDrawn="1"/>
        </p:nvPicPr>
        <p:blipFill>
          <a:blip r:embed="rId2" cstate="screen">
            <a:alphaModFix amt="50000"/>
            <a:extLst>
              <a:ext uri="{28A0092B-C50C-407E-A947-70E740481C1C}">
                <a14:useLocalDpi xmlns:a14="http://schemas.microsoft.com/office/drawing/2010/main"/>
              </a:ext>
            </a:extLst>
          </a:blip>
          <a:stretch>
            <a:fillRect/>
          </a:stretch>
        </p:blipFill>
        <p:spPr>
          <a:xfrm rot="10800000">
            <a:off x="7787951" y="13"/>
            <a:ext cx="4404049" cy="6857987"/>
          </a:xfrm>
          <a:prstGeom prst="rect">
            <a:avLst/>
          </a:prstGeom>
        </p:spPr>
      </p:pic>
      <p:sp>
        <p:nvSpPr>
          <p:cNvPr id="2" name="Title 1">
            <a:extLst>
              <a:ext uri="{FF2B5EF4-FFF2-40B4-BE49-F238E27FC236}">
                <a16:creationId xmlns:a16="http://schemas.microsoft.com/office/drawing/2014/main" id="{0857016D-915B-9644-BA48-0E91949873BD}"/>
              </a:ext>
            </a:extLst>
          </p:cNvPr>
          <p:cNvSpPr>
            <a:spLocks noGrp="1"/>
          </p:cNvSpPr>
          <p:nvPr>
            <p:ph type="title" hasCustomPrompt="1"/>
          </p:nvPr>
        </p:nvSpPr>
        <p:spPr>
          <a:xfrm>
            <a:off x="720000" y="365125"/>
            <a:ext cx="10753200" cy="1080000"/>
          </a:xfrm>
          <a:prstGeom prst="rect">
            <a:avLst/>
          </a:prstGeom>
        </p:spPr>
        <p:txBody>
          <a:bodyPr/>
          <a:lstStyle>
            <a:lvl1pPr algn="ctr">
              <a:lnSpc>
                <a:spcPct val="90000"/>
              </a:lnSpc>
              <a:defRPr/>
            </a:lvl1pPr>
          </a:lstStyle>
          <a:p>
            <a:r>
              <a:rPr lang="en-US"/>
              <a:t>Click to edit title</a:t>
            </a:r>
            <a:endParaRPr lang="fi-FI"/>
          </a:p>
        </p:txBody>
      </p:sp>
      <p:sp>
        <p:nvSpPr>
          <p:cNvPr id="4" name="Picture Placeholder 3">
            <a:extLst>
              <a:ext uri="{FF2B5EF4-FFF2-40B4-BE49-F238E27FC236}">
                <a16:creationId xmlns:a16="http://schemas.microsoft.com/office/drawing/2014/main" id="{C5EABD6B-8FF7-D646-B82E-0E5F66697DB5}"/>
              </a:ext>
            </a:extLst>
          </p:cNvPr>
          <p:cNvSpPr>
            <a:spLocks noGrp="1"/>
          </p:cNvSpPr>
          <p:nvPr>
            <p:ph type="pic" sz="quarter" idx="13"/>
          </p:nvPr>
        </p:nvSpPr>
        <p:spPr>
          <a:xfrm>
            <a:off x="1774800" y="1800000"/>
            <a:ext cx="2160000" cy="2160000"/>
          </a:xfrm>
          <a:prstGeom prst="ellipse">
            <a:avLst/>
          </a:prstGeom>
          <a:noFill/>
        </p:spPr>
        <p:txBody>
          <a:bodyPr/>
          <a:lstStyle>
            <a:lvl1pPr marL="0" indent="0" algn="ctr">
              <a:buNone/>
              <a:defRPr/>
            </a:lvl1pPr>
          </a:lstStyle>
          <a:p>
            <a:r>
              <a:rPr lang="en-GB"/>
              <a:t>Click icon to add picture</a:t>
            </a:r>
            <a:endParaRPr lang="fi-FI"/>
          </a:p>
        </p:txBody>
      </p:sp>
      <p:sp>
        <p:nvSpPr>
          <p:cNvPr id="9" name="Picture Placeholder 3">
            <a:extLst>
              <a:ext uri="{FF2B5EF4-FFF2-40B4-BE49-F238E27FC236}">
                <a16:creationId xmlns:a16="http://schemas.microsoft.com/office/drawing/2014/main" id="{1E3E160C-4DA0-6947-9FCD-93F06CFB3A37}"/>
              </a:ext>
            </a:extLst>
          </p:cNvPr>
          <p:cNvSpPr>
            <a:spLocks noGrp="1"/>
          </p:cNvSpPr>
          <p:nvPr>
            <p:ph type="pic" sz="quarter" idx="14"/>
          </p:nvPr>
        </p:nvSpPr>
        <p:spPr>
          <a:xfrm>
            <a:off x="5016000" y="1800000"/>
            <a:ext cx="2160000" cy="2160000"/>
          </a:xfrm>
          <a:prstGeom prst="ellipse">
            <a:avLst/>
          </a:prstGeom>
          <a:noFill/>
        </p:spPr>
        <p:txBody>
          <a:bodyPr/>
          <a:lstStyle>
            <a:lvl1pPr marL="0" indent="0" algn="ctr">
              <a:buNone/>
              <a:defRPr/>
            </a:lvl1pPr>
          </a:lstStyle>
          <a:p>
            <a:r>
              <a:rPr lang="en-GB"/>
              <a:t>Click icon to add picture</a:t>
            </a:r>
            <a:endParaRPr lang="fi-FI"/>
          </a:p>
        </p:txBody>
      </p:sp>
      <p:sp>
        <p:nvSpPr>
          <p:cNvPr id="10" name="Picture Placeholder 3">
            <a:extLst>
              <a:ext uri="{FF2B5EF4-FFF2-40B4-BE49-F238E27FC236}">
                <a16:creationId xmlns:a16="http://schemas.microsoft.com/office/drawing/2014/main" id="{2108D4A2-AAAB-7445-A66C-949A4F51C489}"/>
              </a:ext>
            </a:extLst>
          </p:cNvPr>
          <p:cNvSpPr>
            <a:spLocks noGrp="1"/>
          </p:cNvSpPr>
          <p:nvPr>
            <p:ph type="pic" sz="quarter" idx="15"/>
          </p:nvPr>
        </p:nvSpPr>
        <p:spPr>
          <a:xfrm>
            <a:off x="8254800" y="1800000"/>
            <a:ext cx="2160000" cy="2160000"/>
          </a:xfrm>
          <a:prstGeom prst="ellipse">
            <a:avLst/>
          </a:prstGeom>
          <a:noFill/>
        </p:spPr>
        <p:txBody>
          <a:bodyPr/>
          <a:lstStyle>
            <a:lvl1pPr marL="0" indent="0" algn="ctr">
              <a:buNone/>
              <a:defRPr/>
            </a:lvl1pPr>
          </a:lstStyle>
          <a:p>
            <a:r>
              <a:rPr lang="en-GB"/>
              <a:t>Click icon to add picture</a:t>
            </a:r>
            <a:endParaRPr lang="fi-FI"/>
          </a:p>
        </p:txBody>
      </p:sp>
      <p:sp>
        <p:nvSpPr>
          <p:cNvPr id="22" name="Text Placeholder 18">
            <a:extLst>
              <a:ext uri="{FF2B5EF4-FFF2-40B4-BE49-F238E27FC236}">
                <a16:creationId xmlns:a16="http://schemas.microsoft.com/office/drawing/2014/main" id="{B293C2F5-764D-CF4D-9E43-7368420EFE15}"/>
              </a:ext>
            </a:extLst>
          </p:cNvPr>
          <p:cNvSpPr>
            <a:spLocks noGrp="1"/>
          </p:cNvSpPr>
          <p:nvPr>
            <p:ph type="body" sz="quarter" idx="19" hasCustomPrompt="1"/>
          </p:nvPr>
        </p:nvSpPr>
        <p:spPr>
          <a:xfrm>
            <a:off x="1414800" y="4107876"/>
            <a:ext cx="2880000" cy="1670210"/>
          </a:xfrm>
        </p:spPr>
        <p:txBody>
          <a:bodyPr>
            <a:normAutofit/>
          </a:bodyPr>
          <a:lstStyle>
            <a:lvl1pPr marL="0" indent="0" algn="ctr">
              <a:lnSpc>
                <a:spcPct val="90000"/>
              </a:lnSpc>
              <a:spcBef>
                <a:spcPts val="500"/>
              </a:spcBef>
              <a:buNone/>
              <a:defRPr sz="18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24" name="Text Placeholder 18">
            <a:extLst>
              <a:ext uri="{FF2B5EF4-FFF2-40B4-BE49-F238E27FC236}">
                <a16:creationId xmlns:a16="http://schemas.microsoft.com/office/drawing/2014/main" id="{728DE380-8E43-EA44-84ED-EF0382F07657}"/>
              </a:ext>
            </a:extLst>
          </p:cNvPr>
          <p:cNvSpPr>
            <a:spLocks noGrp="1"/>
          </p:cNvSpPr>
          <p:nvPr>
            <p:ph type="body" sz="quarter" idx="21" hasCustomPrompt="1"/>
          </p:nvPr>
        </p:nvSpPr>
        <p:spPr>
          <a:xfrm>
            <a:off x="4654800" y="4107876"/>
            <a:ext cx="2880000" cy="1670210"/>
          </a:xfrm>
        </p:spPr>
        <p:txBody>
          <a:bodyPr>
            <a:normAutofit/>
          </a:bodyPr>
          <a:lstStyle>
            <a:lvl1pPr marL="0" indent="0" algn="ctr">
              <a:lnSpc>
                <a:spcPct val="90000"/>
              </a:lnSpc>
              <a:spcBef>
                <a:spcPts val="500"/>
              </a:spcBef>
              <a:buNone/>
              <a:defRPr sz="18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26" name="Text Placeholder 18">
            <a:extLst>
              <a:ext uri="{FF2B5EF4-FFF2-40B4-BE49-F238E27FC236}">
                <a16:creationId xmlns:a16="http://schemas.microsoft.com/office/drawing/2014/main" id="{F853805C-B825-D040-8622-C48F32F02E37}"/>
              </a:ext>
            </a:extLst>
          </p:cNvPr>
          <p:cNvSpPr>
            <a:spLocks noGrp="1"/>
          </p:cNvSpPr>
          <p:nvPr>
            <p:ph type="body" sz="quarter" idx="23" hasCustomPrompt="1"/>
          </p:nvPr>
        </p:nvSpPr>
        <p:spPr>
          <a:xfrm>
            <a:off x="7894800" y="4107876"/>
            <a:ext cx="2880000" cy="1670210"/>
          </a:xfrm>
        </p:spPr>
        <p:txBody>
          <a:bodyPr>
            <a:normAutofit/>
          </a:bodyPr>
          <a:lstStyle>
            <a:lvl1pPr marL="0" indent="0" algn="ctr">
              <a:lnSpc>
                <a:spcPct val="90000"/>
              </a:lnSpc>
              <a:spcBef>
                <a:spcPts val="500"/>
              </a:spcBef>
              <a:buNone/>
              <a:defRPr sz="18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pic>
        <p:nvPicPr>
          <p:cNvPr id="8" name="Picture 7" descr="A picture containing computer, dark&#10;&#10;Description automatically generated">
            <a:extLst>
              <a:ext uri="{FF2B5EF4-FFF2-40B4-BE49-F238E27FC236}">
                <a16:creationId xmlns:a16="http://schemas.microsoft.com/office/drawing/2014/main" id="{62128418-8967-BEE0-0CF6-71AF46C9DC7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023367" y="6478171"/>
            <a:ext cx="1010795" cy="249189"/>
          </a:xfrm>
          <a:prstGeom prst="rect">
            <a:avLst/>
          </a:prstGeom>
        </p:spPr>
      </p:pic>
    </p:spTree>
    <p:extLst>
      <p:ext uri="{BB962C8B-B14F-4D97-AF65-F5344CB8AC3E}">
        <p14:creationId xmlns:p14="http://schemas.microsoft.com/office/powerpoint/2010/main" val="41878093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ight: Contact 4">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00C934D9-21AA-87F8-6680-0AE9D11DBD26}"/>
              </a:ext>
            </a:extLst>
          </p:cNvPr>
          <p:cNvSpPr/>
          <p:nvPr userDrawn="1"/>
        </p:nvSpPr>
        <p:spPr>
          <a:xfrm rot="10800000">
            <a:off x="720000" y="1613904"/>
            <a:ext cx="1980000" cy="1980000"/>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pic>
        <p:nvPicPr>
          <p:cNvPr id="3" name="Picture 2" descr="Shape, rectangle&#10;&#10;Description automatically generated">
            <a:extLst>
              <a:ext uri="{FF2B5EF4-FFF2-40B4-BE49-F238E27FC236}">
                <a16:creationId xmlns:a16="http://schemas.microsoft.com/office/drawing/2014/main" id="{57EBFF79-7DE2-ECEC-234C-89A7AA00C27B}"/>
              </a:ext>
            </a:extLst>
          </p:cNvPr>
          <p:cNvPicPr>
            <a:picLocks noChangeAspect="1"/>
          </p:cNvPicPr>
          <p:nvPr userDrawn="1"/>
        </p:nvPicPr>
        <p:blipFill>
          <a:blip r:embed="rId2" cstate="screen">
            <a:alphaModFix amt="50000"/>
            <a:extLst>
              <a:ext uri="{28A0092B-C50C-407E-A947-70E740481C1C}">
                <a14:useLocalDpi xmlns:a14="http://schemas.microsoft.com/office/drawing/2010/main"/>
              </a:ext>
            </a:extLst>
          </a:blip>
          <a:stretch>
            <a:fillRect/>
          </a:stretch>
        </p:blipFill>
        <p:spPr>
          <a:xfrm rot="10800000">
            <a:off x="7787951" y="13"/>
            <a:ext cx="4404049" cy="6857987"/>
          </a:xfrm>
          <a:prstGeom prst="rect">
            <a:avLst/>
          </a:prstGeom>
        </p:spPr>
      </p:pic>
      <p:sp>
        <p:nvSpPr>
          <p:cNvPr id="4" name="Picture Placeholder 3">
            <a:extLst>
              <a:ext uri="{FF2B5EF4-FFF2-40B4-BE49-F238E27FC236}">
                <a16:creationId xmlns:a16="http://schemas.microsoft.com/office/drawing/2014/main" id="{C5EABD6B-8FF7-D646-B82E-0E5F66697DB5}"/>
              </a:ext>
            </a:extLst>
          </p:cNvPr>
          <p:cNvSpPr>
            <a:spLocks noGrp="1"/>
          </p:cNvSpPr>
          <p:nvPr>
            <p:ph type="pic" sz="quarter" idx="13"/>
          </p:nvPr>
        </p:nvSpPr>
        <p:spPr>
          <a:xfrm>
            <a:off x="720000" y="1620000"/>
            <a:ext cx="1980000" cy="1980000"/>
          </a:xfrm>
          <a:prstGeom prst="ellipse">
            <a:avLst/>
          </a:prstGeom>
          <a:noFill/>
        </p:spPr>
        <p:txBody>
          <a:bodyPr/>
          <a:lstStyle>
            <a:lvl1pPr marL="0" indent="0" algn="ctr">
              <a:buNone/>
              <a:defRPr/>
            </a:lvl1pPr>
          </a:lstStyle>
          <a:p>
            <a:r>
              <a:rPr lang="en-GB"/>
              <a:t>Click icon to add picture</a:t>
            </a:r>
            <a:endParaRPr lang="fi-FI"/>
          </a:p>
        </p:txBody>
      </p:sp>
      <p:sp>
        <p:nvSpPr>
          <p:cNvPr id="7" name="Title 1">
            <a:extLst>
              <a:ext uri="{FF2B5EF4-FFF2-40B4-BE49-F238E27FC236}">
                <a16:creationId xmlns:a16="http://schemas.microsoft.com/office/drawing/2014/main" id="{B8CCDFDC-418C-844F-ABE0-C1C98650F5DC}"/>
              </a:ext>
            </a:extLst>
          </p:cNvPr>
          <p:cNvSpPr>
            <a:spLocks noGrp="1"/>
          </p:cNvSpPr>
          <p:nvPr>
            <p:ph type="title" hasCustomPrompt="1"/>
          </p:nvPr>
        </p:nvSpPr>
        <p:spPr>
          <a:xfrm>
            <a:off x="720000" y="360000"/>
            <a:ext cx="10753200" cy="1080000"/>
          </a:xfrm>
          <a:prstGeom prst="rect">
            <a:avLst/>
          </a:prstGeom>
        </p:spPr>
        <p:txBody>
          <a:bodyPr/>
          <a:lstStyle>
            <a:lvl1pPr>
              <a:lnSpc>
                <a:spcPct val="90000"/>
              </a:lnSpc>
              <a:defRPr/>
            </a:lvl1pPr>
          </a:lstStyle>
          <a:p>
            <a:r>
              <a:rPr lang="en-US"/>
              <a:t>Click to edit title</a:t>
            </a:r>
            <a:endParaRPr lang="fi-FI"/>
          </a:p>
        </p:txBody>
      </p:sp>
      <p:sp>
        <p:nvSpPr>
          <p:cNvPr id="12" name="Text Placeholder 18">
            <a:extLst>
              <a:ext uri="{FF2B5EF4-FFF2-40B4-BE49-F238E27FC236}">
                <a16:creationId xmlns:a16="http://schemas.microsoft.com/office/drawing/2014/main" id="{32B68509-EB78-FC4B-A48C-19C085B1C0EC}"/>
              </a:ext>
            </a:extLst>
          </p:cNvPr>
          <p:cNvSpPr>
            <a:spLocks noGrp="1"/>
          </p:cNvSpPr>
          <p:nvPr>
            <p:ph type="body" sz="quarter" idx="17" hasCustomPrompt="1"/>
          </p:nvPr>
        </p:nvSpPr>
        <p:spPr>
          <a:xfrm>
            <a:off x="2879999" y="1620000"/>
            <a:ext cx="2854800" cy="1980000"/>
          </a:xfrm>
        </p:spPr>
        <p:txBody>
          <a:bodyPr anchor="ctr">
            <a:normAutofit/>
          </a:bodyPr>
          <a:lstStyle>
            <a:lvl1pPr marL="0" indent="0">
              <a:lnSpc>
                <a:spcPct val="90000"/>
              </a:lnSpc>
              <a:buNone/>
              <a:defRPr sz="18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3" name="Oval 12">
            <a:extLst>
              <a:ext uri="{FF2B5EF4-FFF2-40B4-BE49-F238E27FC236}">
                <a16:creationId xmlns:a16="http://schemas.microsoft.com/office/drawing/2014/main" id="{D73177E7-60AC-2E7E-2252-2D93FC6C30A1}"/>
              </a:ext>
            </a:extLst>
          </p:cNvPr>
          <p:cNvSpPr/>
          <p:nvPr userDrawn="1"/>
        </p:nvSpPr>
        <p:spPr>
          <a:xfrm rot="10800000">
            <a:off x="720000" y="3899904"/>
            <a:ext cx="1980000" cy="1980000"/>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4" name="Picture Placeholder 3">
            <a:extLst>
              <a:ext uri="{FF2B5EF4-FFF2-40B4-BE49-F238E27FC236}">
                <a16:creationId xmlns:a16="http://schemas.microsoft.com/office/drawing/2014/main" id="{0F00C2F9-E3F8-102E-142E-B6C3443A8F8E}"/>
              </a:ext>
            </a:extLst>
          </p:cNvPr>
          <p:cNvSpPr>
            <a:spLocks noGrp="1"/>
          </p:cNvSpPr>
          <p:nvPr>
            <p:ph type="pic" sz="quarter" idx="18"/>
          </p:nvPr>
        </p:nvSpPr>
        <p:spPr>
          <a:xfrm>
            <a:off x="720000" y="3906000"/>
            <a:ext cx="1980000" cy="1980000"/>
          </a:xfrm>
          <a:prstGeom prst="ellipse">
            <a:avLst/>
          </a:prstGeom>
          <a:noFill/>
        </p:spPr>
        <p:txBody>
          <a:bodyPr/>
          <a:lstStyle>
            <a:lvl1pPr marL="0" indent="0" algn="ctr">
              <a:buNone/>
              <a:defRPr/>
            </a:lvl1pPr>
          </a:lstStyle>
          <a:p>
            <a:r>
              <a:rPr lang="en-GB"/>
              <a:t>Click icon to add picture</a:t>
            </a:r>
            <a:endParaRPr lang="fi-FI"/>
          </a:p>
        </p:txBody>
      </p:sp>
      <p:sp>
        <p:nvSpPr>
          <p:cNvPr id="15" name="Text Placeholder 18">
            <a:extLst>
              <a:ext uri="{FF2B5EF4-FFF2-40B4-BE49-F238E27FC236}">
                <a16:creationId xmlns:a16="http://schemas.microsoft.com/office/drawing/2014/main" id="{5E3B894C-27D3-A20A-1BF3-CD38CED782D4}"/>
              </a:ext>
            </a:extLst>
          </p:cNvPr>
          <p:cNvSpPr>
            <a:spLocks noGrp="1"/>
          </p:cNvSpPr>
          <p:nvPr>
            <p:ph type="body" sz="quarter" idx="19" hasCustomPrompt="1"/>
          </p:nvPr>
        </p:nvSpPr>
        <p:spPr>
          <a:xfrm>
            <a:off x="2879999" y="3906000"/>
            <a:ext cx="2854800" cy="1980000"/>
          </a:xfrm>
        </p:spPr>
        <p:txBody>
          <a:bodyPr anchor="ctr">
            <a:normAutofit/>
          </a:bodyPr>
          <a:lstStyle>
            <a:lvl1pPr marL="0" indent="0">
              <a:lnSpc>
                <a:spcPct val="90000"/>
              </a:lnSpc>
              <a:buNone/>
              <a:defRPr sz="18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8" name="Oval 17">
            <a:extLst>
              <a:ext uri="{FF2B5EF4-FFF2-40B4-BE49-F238E27FC236}">
                <a16:creationId xmlns:a16="http://schemas.microsoft.com/office/drawing/2014/main" id="{88975EFF-7CA8-C12F-A8F2-30891E2D891D}"/>
              </a:ext>
            </a:extLst>
          </p:cNvPr>
          <p:cNvSpPr/>
          <p:nvPr userDrawn="1"/>
        </p:nvSpPr>
        <p:spPr>
          <a:xfrm rot="10800000">
            <a:off x="6471444" y="1613904"/>
            <a:ext cx="1980000" cy="1980000"/>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9" name="Picture Placeholder 3">
            <a:extLst>
              <a:ext uri="{FF2B5EF4-FFF2-40B4-BE49-F238E27FC236}">
                <a16:creationId xmlns:a16="http://schemas.microsoft.com/office/drawing/2014/main" id="{D6C1B3F6-5F11-1110-CF17-35730094C50D}"/>
              </a:ext>
            </a:extLst>
          </p:cNvPr>
          <p:cNvSpPr>
            <a:spLocks noGrp="1"/>
          </p:cNvSpPr>
          <p:nvPr>
            <p:ph type="pic" sz="quarter" idx="20"/>
          </p:nvPr>
        </p:nvSpPr>
        <p:spPr>
          <a:xfrm>
            <a:off x="6471444" y="1620000"/>
            <a:ext cx="1980000" cy="1980000"/>
          </a:xfrm>
          <a:prstGeom prst="ellipse">
            <a:avLst/>
          </a:prstGeom>
          <a:noFill/>
        </p:spPr>
        <p:txBody>
          <a:bodyPr/>
          <a:lstStyle>
            <a:lvl1pPr marL="0" indent="0" algn="ctr">
              <a:buNone/>
              <a:defRPr/>
            </a:lvl1pPr>
          </a:lstStyle>
          <a:p>
            <a:r>
              <a:rPr lang="en-GB"/>
              <a:t>Click icon to add picture</a:t>
            </a:r>
            <a:endParaRPr lang="fi-FI"/>
          </a:p>
        </p:txBody>
      </p:sp>
      <p:sp>
        <p:nvSpPr>
          <p:cNvPr id="20" name="Text Placeholder 18">
            <a:extLst>
              <a:ext uri="{FF2B5EF4-FFF2-40B4-BE49-F238E27FC236}">
                <a16:creationId xmlns:a16="http://schemas.microsoft.com/office/drawing/2014/main" id="{59625922-8A98-7705-7476-57EC725F93E5}"/>
              </a:ext>
            </a:extLst>
          </p:cNvPr>
          <p:cNvSpPr>
            <a:spLocks noGrp="1"/>
          </p:cNvSpPr>
          <p:nvPr>
            <p:ph type="body" sz="quarter" idx="21" hasCustomPrompt="1"/>
          </p:nvPr>
        </p:nvSpPr>
        <p:spPr>
          <a:xfrm>
            <a:off x="8631443" y="1620000"/>
            <a:ext cx="2854800" cy="1980000"/>
          </a:xfrm>
        </p:spPr>
        <p:txBody>
          <a:bodyPr anchor="ctr">
            <a:normAutofit/>
          </a:bodyPr>
          <a:lstStyle>
            <a:lvl1pPr marL="0" indent="0">
              <a:lnSpc>
                <a:spcPct val="90000"/>
              </a:lnSpc>
              <a:buNone/>
              <a:defRPr sz="18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21" name="Oval 20">
            <a:extLst>
              <a:ext uri="{FF2B5EF4-FFF2-40B4-BE49-F238E27FC236}">
                <a16:creationId xmlns:a16="http://schemas.microsoft.com/office/drawing/2014/main" id="{C658EBEF-C4AC-D20C-B0D7-DD79A9144541}"/>
              </a:ext>
            </a:extLst>
          </p:cNvPr>
          <p:cNvSpPr/>
          <p:nvPr userDrawn="1"/>
        </p:nvSpPr>
        <p:spPr>
          <a:xfrm rot="10800000">
            <a:off x="6471444" y="3899904"/>
            <a:ext cx="1980000" cy="1980000"/>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22" name="Picture Placeholder 3">
            <a:extLst>
              <a:ext uri="{FF2B5EF4-FFF2-40B4-BE49-F238E27FC236}">
                <a16:creationId xmlns:a16="http://schemas.microsoft.com/office/drawing/2014/main" id="{E2242108-77DC-134B-DDA4-4D86DF436B67}"/>
              </a:ext>
            </a:extLst>
          </p:cNvPr>
          <p:cNvSpPr>
            <a:spLocks noGrp="1"/>
          </p:cNvSpPr>
          <p:nvPr>
            <p:ph type="pic" sz="quarter" idx="22"/>
          </p:nvPr>
        </p:nvSpPr>
        <p:spPr>
          <a:xfrm>
            <a:off x="6471444" y="3906000"/>
            <a:ext cx="1980000" cy="1980000"/>
          </a:xfrm>
          <a:prstGeom prst="ellipse">
            <a:avLst/>
          </a:prstGeom>
          <a:noFill/>
        </p:spPr>
        <p:txBody>
          <a:bodyPr/>
          <a:lstStyle>
            <a:lvl1pPr marL="0" indent="0" algn="ctr">
              <a:buNone/>
              <a:defRPr/>
            </a:lvl1pPr>
          </a:lstStyle>
          <a:p>
            <a:r>
              <a:rPr lang="en-GB"/>
              <a:t>Click icon to add picture</a:t>
            </a:r>
            <a:endParaRPr lang="fi-FI"/>
          </a:p>
        </p:txBody>
      </p:sp>
      <p:sp>
        <p:nvSpPr>
          <p:cNvPr id="24" name="Text Placeholder 18">
            <a:extLst>
              <a:ext uri="{FF2B5EF4-FFF2-40B4-BE49-F238E27FC236}">
                <a16:creationId xmlns:a16="http://schemas.microsoft.com/office/drawing/2014/main" id="{FE4630C4-A550-4D6F-5B30-55EC18BD155D}"/>
              </a:ext>
            </a:extLst>
          </p:cNvPr>
          <p:cNvSpPr>
            <a:spLocks noGrp="1"/>
          </p:cNvSpPr>
          <p:nvPr>
            <p:ph type="body" sz="quarter" idx="23" hasCustomPrompt="1"/>
          </p:nvPr>
        </p:nvSpPr>
        <p:spPr>
          <a:xfrm>
            <a:off x="8631443" y="3906000"/>
            <a:ext cx="2854800" cy="1980000"/>
          </a:xfrm>
        </p:spPr>
        <p:txBody>
          <a:bodyPr anchor="ctr">
            <a:normAutofit/>
          </a:bodyPr>
          <a:lstStyle>
            <a:lvl1pPr marL="0" indent="0">
              <a:lnSpc>
                <a:spcPct val="90000"/>
              </a:lnSpc>
              <a:buNone/>
              <a:defRPr sz="18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pic>
        <p:nvPicPr>
          <p:cNvPr id="6" name="Picture 5" descr="A picture containing computer, dark&#10;&#10;Description automatically generated">
            <a:extLst>
              <a:ext uri="{FF2B5EF4-FFF2-40B4-BE49-F238E27FC236}">
                <a16:creationId xmlns:a16="http://schemas.microsoft.com/office/drawing/2014/main" id="{197707A7-D6FE-607B-B43F-04A5A952505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023367" y="6478171"/>
            <a:ext cx="1010795" cy="249189"/>
          </a:xfrm>
          <a:prstGeom prst="rect">
            <a:avLst/>
          </a:prstGeom>
        </p:spPr>
      </p:pic>
    </p:spTree>
    <p:extLst>
      <p:ext uri="{BB962C8B-B14F-4D97-AF65-F5344CB8AC3E}">
        <p14:creationId xmlns:p14="http://schemas.microsoft.com/office/powerpoint/2010/main" val="35434338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ight: Contact 6">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DC965534-76F5-1056-2B31-C7549DF7A371}"/>
              </a:ext>
            </a:extLst>
          </p:cNvPr>
          <p:cNvSpPr/>
          <p:nvPr userDrawn="1"/>
        </p:nvSpPr>
        <p:spPr>
          <a:xfrm rot="10800000">
            <a:off x="718798" y="1615333"/>
            <a:ext cx="1269334" cy="1269334"/>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pic>
        <p:nvPicPr>
          <p:cNvPr id="2" name="Picture 1" descr="Shape, rectangle&#10;&#10;Description automatically generated">
            <a:extLst>
              <a:ext uri="{FF2B5EF4-FFF2-40B4-BE49-F238E27FC236}">
                <a16:creationId xmlns:a16="http://schemas.microsoft.com/office/drawing/2014/main" id="{C94AD9C1-0EC8-2CBD-FF9A-1BF26124E4B2}"/>
              </a:ext>
            </a:extLst>
          </p:cNvPr>
          <p:cNvPicPr>
            <a:picLocks noChangeAspect="1"/>
          </p:cNvPicPr>
          <p:nvPr userDrawn="1"/>
        </p:nvPicPr>
        <p:blipFill>
          <a:blip r:embed="rId2" cstate="screen">
            <a:alphaModFix amt="50000"/>
            <a:extLst>
              <a:ext uri="{28A0092B-C50C-407E-A947-70E740481C1C}">
                <a14:useLocalDpi xmlns:a14="http://schemas.microsoft.com/office/drawing/2010/main"/>
              </a:ext>
            </a:extLst>
          </a:blip>
          <a:stretch>
            <a:fillRect/>
          </a:stretch>
        </p:blipFill>
        <p:spPr>
          <a:xfrm rot="10800000">
            <a:off x="7787951" y="13"/>
            <a:ext cx="4404049" cy="6857987"/>
          </a:xfrm>
          <a:prstGeom prst="rect">
            <a:avLst/>
          </a:prstGeom>
        </p:spPr>
      </p:pic>
      <p:sp>
        <p:nvSpPr>
          <p:cNvPr id="4" name="Picture Placeholder 3">
            <a:extLst>
              <a:ext uri="{FF2B5EF4-FFF2-40B4-BE49-F238E27FC236}">
                <a16:creationId xmlns:a16="http://schemas.microsoft.com/office/drawing/2014/main" id="{C5EABD6B-8FF7-D646-B82E-0E5F66697DB5}"/>
              </a:ext>
            </a:extLst>
          </p:cNvPr>
          <p:cNvSpPr>
            <a:spLocks noGrp="1"/>
          </p:cNvSpPr>
          <p:nvPr>
            <p:ph type="pic" sz="quarter" idx="13"/>
          </p:nvPr>
        </p:nvSpPr>
        <p:spPr>
          <a:xfrm>
            <a:off x="720000" y="1620000"/>
            <a:ext cx="1260000" cy="1260000"/>
          </a:xfrm>
          <a:prstGeom prst="ellipse">
            <a:avLst/>
          </a:prstGeom>
          <a:noFill/>
        </p:spPr>
        <p:txBody>
          <a:bodyPr>
            <a:normAutofit/>
          </a:bodyPr>
          <a:lstStyle>
            <a:lvl1pPr marL="0" indent="0" algn="ctr">
              <a:buNone/>
              <a:defRPr sz="1400"/>
            </a:lvl1pPr>
          </a:lstStyle>
          <a:p>
            <a:r>
              <a:rPr lang="en-GB"/>
              <a:t>Click icon to add picture</a:t>
            </a:r>
            <a:endParaRPr lang="fi-FI"/>
          </a:p>
        </p:txBody>
      </p:sp>
      <p:sp>
        <p:nvSpPr>
          <p:cNvPr id="7" name="Title 1">
            <a:extLst>
              <a:ext uri="{FF2B5EF4-FFF2-40B4-BE49-F238E27FC236}">
                <a16:creationId xmlns:a16="http://schemas.microsoft.com/office/drawing/2014/main" id="{B8CCDFDC-418C-844F-ABE0-C1C98650F5DC}"/>
              </a:ext>
            </a:extLst>
          </p:cNvPr>
          <p:cNvSpPr>
            <a:spLocks noGrp="1"/>
          </p:cNvSpPr>
          <p:nvPr>
            <p:ph type="title" hasCustomPrompt="1"/>
          </p:nvPr>
        </p:nvSpPr>
        <p:spPr>
          <a:xfrm>
            <a:off x="720000" y="360000"/>
            <a:ext cx="10753200" cy="1080000"/>
          </a:xfrm>
          <a:prstGeom prst="rect">
            <a:avLst/>
          </a:prstGeom>
        </p:spPr>
        <p:txBody>
          <a:bodyPr/>
          <a:lstStyle>
            <a:lvl1pPr>
              <a:lnSpc>
                <a:spcPct val="90000"/>
              </a:lnSpc>
              <a:defRPr/>
            </a:lvl1pPr>
          </a:lstStyle>
          <a:p>
            <a:r>
              <a:rPr lang="en-US"/>
              <a:t>Click to edit title</a:t>
            </a:r>
            <a:endParaRPr lang="fi-FI"/>
          </a:p>
        </p:txBody>
      </p:sp>
      <p:sp>
        <p:nvSpPr>
          <p:cNvPr id="55" name="Text Placeholder 18">
            <a:extLst>
              <a:ext uri="{FF2B5EF4-FFF2-40B4-BE49-F238E27FC236}">
                <a16:creationId xmlns:a16="http://schemas.microsoft.com/office/drawing/2014/main" id="{44B025BB-494C-6444-A662-2A59CC74440E}"/>
              </a:ext>
            </a:extLst>
          </p:cNvPr>
          <p:cNvSpPr>
            <a:spLocks noGrp="1"/>
          </p:cNvSpPr>
          <p:nvPr>
            <p:ph type="body" sz="quarter" idx="40" hasCustomPrompt="1"/>
          </p:nvPr>
        </p:nvSpPr>
        <p:spPr>
          <a:xfrm>
            <a:off x="2160000" y="1616773"/>
            <a:ext cx="3578400" cy="1260000"/>
          </a:xfrm>
        </p:spPr>
        <p:txBody>
          <a:bodyPr anchor="ctr">
            <a:normAutofit/>
          </a:bodyPr>
          <a:lstStyle>
            <a:lvl1pPr marL="0" indent="0">
              <a:lnSpc>
                <a:spcPct val="90000"/>
              </a:lnSpc>
              <a:spcBef>
                <a:spcPts val="0"/>
              </a:spcBef>
              <a:buNone/>
              <a:defRPr sz="18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40" name="Oval 39">
            <a:extLst>
              <a:ext uri="{FF2B5EF4-FFF2-40B4-BE49-F238E27FC236}">
                <a16:creationId xmlns:a16="http://schemas.microsoft.com/office/drawing/2014/main" id="{D8F91072-FBBE-1585-5D95-FF2FD3DD6180}"/>
              </a:ext>
            </a:extLst>
          </p:cNvPr>
          <p:cNvSpPr/>
          <p:nvPr userDrawn="1"/>
        </p:nvSpPr>
        <p:spPr>
          <a:xfrm rot="10800000">
            <a:off x="718798" y="3059123"/>
            <a:ext cx="1269334" cy="1269334"/>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41" name="Picture Placeholder 3">
            <a:extLst>
              <a:ext uri="{FF2B5EF4-FFF2-40B4-BE49-F238E27FC236}">
                <a16:creationId xmlns:a16="http://schemas.microsoft.com/office/drawing/2014/main" id="{F1013D75-53B3-45D0-6A33-C5E8E74B639E}"/>
              </a:ext>
            </a:extLst>
          </p:cNvPr>
          <p:cNvSpPr>
            <a:spLocks noGrp="1"/>
          </p:cNvSpPr>
          <p:nvPr>
            <p:ph type="pic" sz="quarter" idx="41"/>
          </p:nvPr>
        </p:nvSpPr>
        <p:spPr>
          <a:xfrm>
            <a:off x="720000" y="3063790"/>
            <a:ext cx="1260000" cy="1260000"/>
          </a:xfrm>
          <a:prstGeom prst="ellipse">
            <a:avLst/>
          </a:prstGeom>
          <a:noFill/>
        </p:spPr>
        <p:txBody>
          <a:bodyPr>
            <a:normAutofit/>
          </a:bodyPr>
          <a:lstStyle>
            <a:lvl1pPr marL="0" indent="0" algn="ctr">
              <a:buNone/>
              <a:defRPr sz="1400"/>
            </a:lvl1pPr>
          </a:lstStyle>
          <a:p>
            <a:r>
              <a:rPr lang="en-GB"/>
              <a:t>Click icon to add picture</a:t>
            </a:r>
            <a:endParaRPr lang="fi-FI"/>
          </a:p>
        </p:txBody>
      </p:sp>
      <p:sp>
        <p:nvSpPr>
          <p:cNvPr id="43" name="Text Placeholder 18">
            <a:extLst>
              <a:ext uri="{FF2B5EF4-FFF2-40B4-BE49-F238E27FC236}">
                <a16:creationId xmlns:a16="http://schemas.microsoft.com/office/drawing/2014/main" id="{6813FBAE-92AD-F1C6-49BE-3324569A7868}"/>
              </a:ext>
            </a:extLst>
          </p:cNvPr>
          <p:cNvSpPr>
            <a:spLocks noGrp="1"/>
          </p:cNvSpPr>
          <p:nvPr>
            <p:ph type="body" sz="quarter" idx="42" hasCustomPrompt="1"/>
          </p:nvPr>
        </p:nvSpPr>
        <p:spPr>
          <a:xfrm>
            <a:off x="2160000" y="3060563"/>
            <a:ext cx="3578400" cy="1260000"/>
          </a:xfrm>
        </p:spPr>
        <p:txBody>
          <a:bodyPr anchor="ctr">
            <a:normAutofit/>
          </a:bodyPr>
          <a:lstStyle>
            <a:lvl1pPr marL="0" indent="0">
              <a:lnSpc>
                <a:spcPct val="90000"/>
              </a:lnSpc>
              <a:spcBef>
                <a:spcPts val="0"/>
              </a:spcBef>
              <a:buNone/>
              <a:defRPr sz="18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44" name="Oval 43">
            <a:extLst>
              <a:ext uri="{FF2B5EF4-FFF2-40B4-BE49-F238E27FC236}">
                <a16:creationId xmlns:a16="http://schemas.microsoft.com/office/drawing/2014/main" id="{982D7AE5-2F1C-F870-5A9A-96257F4003F9}"/>
              </a:ext>
            </a:extLst>
          </p:cNvPr>
          <p:cNvSpPr/>
          <p:nvPr userDrawn="1"/>
        </p:nvSpPr>
        <p:spPr>
          <a:xfrm rot="10800000">
            <a:off x="718798" y="4502913"/>
            <a:ext cx="1269334" cy="1269334"/>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45" name="Picture Placeholder 3">
            <a:extLst>
              <a:ext uri="{FF2B5EF4-FFF2-40B4-BE49-F238E27FC236}">
                <a16:creationId xmlns:a16="http://schemas.microsoft.com/office/drawing/2014/main" id="{8A5DA6C0-BE87-FC7D-2D99-D12B5CF659CC}"/>
              </a:ext>
            </a:extLst>
          </p:cNvPr>
          <p:cNvSpPr>
            <a:spLocks noGrp="1"/>
          </p:cNvSpPr>
          <p:nvPr>
            <p:ph type="pic" sz="quarter" idx="43"/>
          </p:nvPr>
        </p:nvSpPr>
        <p:spPr>
          <a:xfrm>
            <a:off x="720000" y="4507580"/>
            <a:ext cx="1260000" cy="1260000"/>
          </a:xfrm>
          <a:prstGeom prst="ellipse">
            <a:avLst/>
          </a:prstGeom>
          <a:noFill/>
        </p:spPr>
        <p:txBody>
          <a:bodyPr>
            <a:normAutofit/>
          </a:bodyPr>
          <a:lstStyle>
            <a:lvl1pPr marL="0" indent="0" algn="ctr">
              <a:buNone/>
              <a:defRPr sz="1400"/>
            </a:lvl1pPr>
          </a:lstStyle>
          <a:p>
            <a:r>
              <a:rPr lang="en-GB"/>
              <a:t>Click icon to add picture</a:t>
            </a:r>
            <a:endParaRPr lang="fi-FI"/>
          </a:p>
        </p:txBody>
      </p:sp>
      <p:sp>
        <p:nvSpPr>
          <p:cNvPr id="46" name="Text Placeholder 18">
            <a:extLst>
              <a:ext uri="{FF2B5EF4-FFF2-40B4-BE49-F238E27FC236}">
                <a16:creationId xmlns:a16="http://schemas.microsoft.com/office/drawing/2014/main" id="{BB13C76C-949B-092C-C4BD-8B09EE4BD4A9}"/>
              </a:ext>
            </a:extLst>
          </p:cNvPr>
          <p:cNvSpPr>
            <a:spLocks noGrp="1"/>
          </p:cNvSpPr>
          <p:nvPr>
            <p:ph type="body" sz="quarter" idx="44" hasCustomPrompt="1"/>
          </p:nvPr>
        </p:nvSpPr>
        <p:spPr>
          <a:xfrm>
            <a:off x="2160000" y="4504353"/>
            <a:ext cx="3578400" cy="1260000"/>
          </a:xfrm>
        </p:spPr>
        <p:txBody>
          <a:bodyPr anchor="ctr">
            <a:normAutofit/>
          </a:bodyPr>
          <a:lstStyle>
            <a:lvl1pPr marL="0" indent="0">
              <a:lnSpc>
                <a:spcPct val="90000"/>
              </a:lnSpc>
              <a:spcBef>
                <a:spcPts val="0"/>
              </a:spcBef>
              <a:buNone/>
              <a:defRPr sz="18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47" name="Oval 46">
            <a:extLst>
              <a:ext uri="{FF2B5EF4-FFF2-40B4-BE49-F238E27FC236}">
                <a16:creationId xmlns:a16="http://schemas.microsoft.com/office/drawing/2014/main" id="{BB4AAE58-2342-F692-BBD1-B30825C347B9}"/>
              </a:ext>
            </a:extLst>
          </p:cNvPr>
          <p:cNvSpPr/>
          <p:nvPr userDrawn="1"/>
        </p:nvSpPr>
        <p:spPr>
          <a:xfrm rot="10800000">
            <a:off x="6459580" y="1615333"/>
            <a:ext cx="1269334" cy="1269334"/>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49" name="Picture Placeholder 3">
            <a:extLst>
              <a:ext uri="{FF2B5EF4-FFF2-40B4-BE49-F238E27FC236}">
                <a16:creationId xmlns:a16="http://schemas.microsoft.com/office/drawing/2014/main" id="{06A7DCB3-7C73-AB3D-917C-964E2B299E1B}"/>
              </a:ext>
            </a:extLst>
          </p:cNvPr>
          <p:cNvSpPr>
            <a:spLocks noGrp="1"/>
          </p:cNvSpPr>
          <p:nvPr>
            <p:ph type="pic" sz="quarter" idx="45"/>
          </p:nvPr>
        </p:nvSpPr>
        <p:spPr>
          <a:xfrm>
            <a:off x="6460782" y="1620000"/>
            <a:ext cx="1260000" cy="1260000"/>
          </a:xfrm>
          <a:prstGeom prst="ellipse">
            <a:avLst/>
          </a:prstGeom>
          <a:noFill/>
        </p:spPr>
        <p:txBody>
          <a:bodyPr>
            <a:normAutofit/>
          </a:bodyPr>
          <a:lstStyle>
            <a:lvl1pPr marL="0" indent="0" algn="ctr">
              <a:buNone/>
              <a:defRPr sz="1400"/>
            </a:lvl1pPr>
          </a:lstStyle>
          <a:p>
            <a:r>
              <a:rPr lang="en-GB"/>
              <a:t>Click icon to add picture</a:t>
            </a:r>
            <a:endParaRPr lang="fi-FI"/>
          </a:p>
        </p:txBody>
      </p:sp>
      <p:sp>
        <p:nvSpPr>
          <p:cNvPr id="50" name="Text Placeholder 18">
            <a:extLst>
              <a:ext uri="{FF2B5EF4-FFF2-40B4-BE49-F238E27FC236}">
                <a16:creationId xmlns:a16="http://schemas.microsoft.com/office/drawing/2014/main" id="{7B3B49A3-D090-B531-8E79-90CC192F630E}"/>
              </a:ext>
            </a:extLst>
          </p:cNvPr>
          <p:cNvSpPr>
            <a:spLocks noGrp="1"/>
          </p:cNvSpPr>
          <p:nvPr>
            <p:ph type="body" sz="quarter" idx="46" hasCustomPrompt="1"/>
          </p:nvPr>
        </p:nvSpPr>
        <p:spPr>
          <a:xfrm>
            <a:off x="7900782" y="1616773"/>
            <a:ext cx="3578400" cy="1260000"/>
          </a:xfrm>
        </p:spPr>
        <p:txBody>
          <a:bodyPr anchor="ctr">
            <a:normAutofit/>
          </a:bodyPr>
          <a:lstStyle>
            <a:lvl1pPr marL="0" indent="0">
              <a:lnSpc>
                <a:spcPct val="90000"/>
              </a:lnSpc>
              <a:spcBef>
                <a:spcPts val="0"/>
              </a:spcBef>
              <a:buNone/>
              <a:defRPr sz="18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52" name="Oval 51">
            <a:extLst>
              <a:ext uri="{FF2B5EF4-FFF2-40B4-BE49-F238E27FC236}">
                <a16:creationId xmlns:a16="http://schemas.microsoft.com/office/drawing/2014/main" id="{6EC059A6-A066-D613-055F-791B326B27C1}"/>
              </a:ext>
            </a:extLst>
          </p:cNvPr>
          <p:cNvSpPr/>
          <p:nvPr userDrawn="1"/>
        </p:nvSpPr>
        <p:spPr>
          <a:xfrm rot="10800000">
            <a:off x="6459580" y="3059123"/>
            <a:ext cx="1269334" cy="1269334"/>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54" name="Picture Placeholder 3">
            <a:extLst>
              <a:ext uri="{FF2B5EF4-FFF2-40B4-BE49-F238E27FC236}">
                <a16:creationId xmlns:a16="http://schemas.microsoft.com/office/drawing/2014/main" id="{A0305BEB-B803-094B-8166-248C318A3565}"/>
              </a:ext>
            </a:extLst>
          </p:cNvPr>
          <p:cNvSpPr>
            <a:spLocks noGrp="1"/>
          </p:cNvSpPr>
          <p:nvPr>
            <p:ph type="pic" sz="quarter" idx="47"/>
          </p:nvPr>
        </p:nvSpPr>
        <p:spPr>
          <a:xfrm>
            <a:off x="6460782" y="3063790"/>
            <a:ext cx="1260000" cy="1260000"/>
          </a:xfrm>
          <a:prstGeom prst="ellipse">
            <a:avLst/>
          </a:prstGeom>
          <a:noFill/>
        </p:spPr>
        <p:txBody>
          <a:bodyPr>
            <a:normAutofit/>
          </a:bodyPr>
          <a:lstStyle>
            <a:lvl1pPr marL="0" indent="0" algn="ctr">
              <a:buNone/>
              <a:defRPr sz="1400"/>
            </a:lvl1pPr>
          </a:lstStyle>
          <a:p>
            <a:r>
              <a:rPr lang="en-GB"/>
              <a:t>Click icon to add picture</a:t>
            </a:r>
            <a:endParaRPr lang="fi-FI"/>
          </a:p>
        </p:txBody>
      </p:sp>
      <p:sp>
        <p:nvSpPr>
          <p:cNvPr id="56" name="Text Placeholder 18">
            <a:extLst>
              <a:ext uri="{FF2B5EF4-FFF2-40B4-BE49-F238E27FC236}">
                <a16:creationId xmlns:a16="http://schemas.microsoft.com/office/drawing/2014/main" id="{A2FCE123-F819-4C36-C478-5DD8AB3B4F7E}"/>
              </a:ext>
            </a:extLst>
          </p:cNvPr>
          <p:cNvSpPr>
            <a:spLocks noGrp="1"/>
          </p:cNvSpPr>
          <p:nvPr>
            <p:ph type="body" sz="quarter" idx="48" hasCustomPrompt="1"/>
          </p:nvPr>
        </p:nvSpPr>
        <p:spPr>
          <a:xfrm>
            <a:off x="7900782" y="3060563"/>
            <a:ext cx="3578400" cy="1260000"/>
          </a:xfrm>
        </p:spPr>
        <p:txBody>
          <a:bodyPr anchor="ctr">
            <a:normAutofit/>
          </a:bodyPr>
          <a:lstStyle>
            <a:lvl1pPr marL="0" indent="0">
              <a:lnSpc>
                <a:spcPct val="90000"/>
              </a:lnSpc>
              <a:spcBef>
                <a:spcPts val="0"/>
              </a:spcBef>
              <a:buNone/>
              <a:defRPr sz="18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58" name="Oval 57">
            <a:extLst>
              <a:ext uri="{FF2B5EF4-FFF2-40B4-BE49-F238E27FC236}">
                <a16:creationId xmlns:a16="http://schemas.microsoft.com/office/drawing/2014/main" id="{66C9126B-89DE-D096-2D1B-320D687F60BE}"/>
              </a:ext>
            </a:extLst>
          </p:cNvPr>
          <p:cNvSpPr/>
          <p:nvPr userDrawn="1"/>
        </p:nvSpPr>
        <p:spPr>
          <a:xfrm rot="10800000">
            <a:off x="6459580" y="4502913"/>
            <a:ext cx="1269334" cy="1269334"/>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59" name="Picture Placeholder 3">
            <a:extLst>
              <a:ext uri="{FF2B5EF4-FFF2-40B4-BE49-F238E27FC236}">
                <a16:creationId xmlns:a16="http://schemas.microsoft.com/office/drawing/2014/main" id="{EFF53A51-FA67-B3AF-FF1D-365F1DAADD67}"/>
              </a:ext>
            </a:extLst>
          </p:cNvPr>
          <p:cNvSpPr>
            <a:spLocks noGrp="1"/>
          </p:cNvSpPr>
          <p:nvPr>
            <p:ph type="pic" sz="quarter" idx="49"/>
          </p:nvPr>
        </p:nvSpPr>
        <p:spPr>
          <a:xfrm>
            <a:off x="6460782" y="4507580"/>
            <a:ext cx="1260000" cy="1260000"/>
          </a:xfrm>
          <a:prstGeom prst="ellipse">
            <a:avLst/>
          </a:prstGeom>
          <a:noFill/>
        </p:spPr>
        <p:txBody>
          <a:bodyPr>
            <a:normAutofit/>
          </a:bodyPr>
          <a:lstStyle>
            <a:lvl1pPr marL="0" indent="0" algn="ctr">
              <a:buNone/>
              <a:defRPr sz="1400"/>
            </a:lvl1pPr>
          </a:lstStyle>
          <a:p>
            <a:r>
              <a:rPr lang="en-GB"/>
              <a:t>Click icon to add picture</a:t>
            </a:r>
            <a:endParaRPr lang="fi-FI"/>
          </a:p>
        </p:txBody>
      </p:sp>
      <p:sp>
        <p:nvSpPr>
          <p:cNvPr id="60" name="Text Placeholder 18">
            <a:extLst>
              <a:ext uri="{FF2B5EF4-FFF2-40B4-BE49-F238E27FC236}">
                <a16:creationId xmlns:a16="http://schemas.microsoft.com/office/drawing/2014/main" id="{1D955354-A5A8-A445-85E0-8BB88057EEBF}"/>
              </a:ext>
            </a:extLst>
          </p:cNvPr>
          <p:cNvSpPr>
            <a:spLocks noGrp="1"/>
          </p:cNvSpPr>
          <p:nvPr>
            <p:ph type="body" sz="quarter" idx="50" hasCustomPrompt="1"/>
          </p:nvPr>
        </p:nvSpPr>
        <p:spPr>
          <a:xfrm>
            <a:off x="7900782" y="4504353"/>
            <a:ext cx="3578400" cy="1260000"/>
          </a:xfrm>
        </p:spPr>
        <p:txBody>
          <a:bodyPr anchor="ctr">
            <a:normAutofit/>
          </a:bodyPr>
          <a:lstStyle>
            <a:lvl1pPr marL="0" indent="0">
              <a:lnSpc>
                <a:spcPct val="90000"/>
              </a:lnSpc>
              <a:spcBef>
                <a:spcPts val="0"/>
              </a:spcBef>
              <a:buNone/>
              <a:defRPr sz="18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pic>
        <p:nvPicPr>
          <p:cNvPr id="3" name="Picture 2" descr="A picture containing computer, dark&#10;&#10;Description automatically generated">
            <a:extLst>
              <a:ext uri="{FF2B5EF4-FFF2-40B4-BE49-F238E27FC236}">
                <a16:creationId xmlns:a16="http://schemas.microsoft.com/office/drawing/2014/main" id="{10A5F975-2332-259A-D5B6-C16C1B0FC843}"/>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023367" y="6478171"/>
            <a:ext cx="1010795" cy="249189"/>
          </a:xfrm>
          <a:prstGeom prst="rect">
            <a:avLst/>
          </a:prstGeom>
        </p:spPr>
      </p:pic>
    </p:spTree>
    <p:extLst>
      <p:ext uri="{BB962C8B-B14F-4D97-AF65-F5344CB8AC3E}">
        <p14:creationId xmlns:p14="http://schemas.microsoft.com/office/powerpoint/2010/main" val="236129014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ight: Contact Team">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22C43C12-D015-0EA1-6953-E54BF3DD2F93}"/>
              </a:ext>
            </a:extLst>
          </p:cNvPr>
          <p:cNvSpPr/>
          <p:nvPr userDrawn="1"/>
        </p:nvSpPr>
        <p:spPr>
          <a:xfrm rot="10800000">
            <a:off x="716759" y="1622868"/>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pic>
        <p:nvPicPr>
          <p:cNvPr id="2" name="Picture 1" descr="Shape, rectangle&#10;&#10;Description automatically generated">
            <a:extLst>
              <a:ext uri="{FF2B5EF4-FFF2-40B4-BE49-F238E27FC236}">
                <a16:creationId xmlns:a16="http://schemas.microsoft.com/office/drawing/2014/main" id="{E78D838E-BE89-F17E-8DC9-23CE15B3B809}"/>
              </a:ext>
            </a:extLst>
          </p:cNvPr>
          <p:cNvPicPr>
            <a:picLocks noChangeAspect="1"/>
          </p:cNvPicPr>
          <p:nvPr userDrawn="1"/>
        </p:nvPicPr>
        <p:blipFill>
          <a:blip r:embed="rId2" cstate="screen">
            <a:alphaModFix amt="50000"/>
            <a:extLst>
              <a:ext uri="{28A0092B-C50C-407E-A947-70E740481C1C}">
                <a14:useLocalDpi xmlns:a14="http://schemas.microsoft.com/office/drawing/2010/main"/>
              </a:ext>
            </a:extLst>
          </a:blip>
          <a:stretch>
            <a:fillRect/>
          </a:stretch>
        </p:blipFill>
        <p:spPr>
          <a:xfrm rot="10800000">
            <a:off x="7787951" y="13"/>
            <a:ext cx="4404049" cy="6857987"/>
          </a:xfrm>
          <a:prstGeom prst="rect">
            <a:avLst/>
          </a:prstGeom>
        </p:spPr>
      </p:pic>
      <p:sp>
        <p:nvSpPr>
          <p:cNvPr id="4" name="Picture Placeholder 3">
            <a:extLst>
              <a:ext uri="{FF2B5EF4-FFF2-40B4-BE49-F238E27FC236}">
                <a16:creationId xmlns:a16="http://schemas.microsoft.com/office/drawing/2014/main" id="{C5EABD6B-8FF7-D646-B82E-0E5F66697DB5}"/>
              </a:ext>
            </a:extLst>
          </p:cNvPr>
          <p:cNvSpPr>
            <a:spLocks noGrp="1"/>
          </p:cNvSpPr>
          <p:nvPr>
            <p:ph type="pic" sz="quarter" idx="13" hasCustomPrompt="1"/>
          </p:nvPr>
        </p:nvSpPr>
        <p:spPr>
          <a:xfrm>
            <a:off x="720000" y="1620000"/>
            <a:ext cx="540000" cy="540000"/>
          </a:xfrm>
          <a:prstGeom prst="ellipse">
            <a:avLst/>
          </a:prstGeom>
          <a:noFill/>
        </p:spPr>
        <p:txBody>
          <a:bodyPr>
            <a:normAutofit/>
          </a:bodyPr>
          <a:lstStyle>
            <a:lvl1pPr marL="0" indent="0" algn="ctr">
              <a:buNone/>
              <a:defRPr sz="1400"/>
            </a:lvl1pPr>
          </a:lstStyle>
          <a:p>
            <a:r>
              <a:rPr lang="fi-FI"/>
              <a:t>P</a:t>
            </a:r>
          </a:p>
        </p:txBody>
      </p:sp>
      <p:sp>
        <p:nvSpPr>
          <p:cNvPr id="7" name="Title 1">
            <a:extLst>
              <a:ext uri="{FF2B5EF4-FFF2-40B4-BE49-F238E27FC236}">
                <a16:creationId xmlns:a16="http://schemas.microsoft.com/office/drawing/2014/main" id="{B8CCDFDC-418C-844F-ABE0-C1C98650F5DC}"/>
              </a:ext>
            </a:extLst>
          </p:cNvPr>
          <p:cNvSpPr>
            <a:spLocks noGrp="1"/>
          </p:cNvSpPr>
          <p:nvPr>
            <p:ph type="title" hasCustomPrompt="1"/>
          </p:nvPr>
        </p:nvSpPr>
        <p:spPr>
          <a:xfrm>
            <a:off x="720000" y="360000"/>
            <a:ext cx="10753200" cy="1080000"/>
          </a:xfrm>
          <a:prstGeom prst="rect">
            <a:avLst/>
          </a:prstGeom>
        </p:spPr>
        <p:txBody>
          <a:bodyPr/>
          <a:lstStyle>
            <a:lvl1pPr>
              <a:lnSpc>
                <a:spcPct val="90000"/>
              </a:lnSpc>
              <a:defRPr/>
            </a:lvl1pPr>
          </a:lstStyle>
          <a:p>
            <a:r>
              <a:rPr lang="en-US"/>
              <a:t>Click to edit title</a:t>
            </a:r>
            <a:endParaRPr lang="fi-FI"/>
          </a:p>
        </p:txBody>
      </p:sp>
      <p:sp>
        <p:nvSpPr>
          <p:cNvPr id="55" name="Text Placeholder 18">
            <a:extLst>
              <a:ext uri="{FF2B5EF4-FFF2-40B4-BE49-F238E27FC236}">
                <a16:creationId xmlns:a16="http://schemas.microsoft.com/office/drawing/2014/main" id="{44B025BB-494C-6444-A662-2A59CC74440E}"/>
              </a:ext>
            </a:extLst>
          </p:cNvPr>
          <p:cNvSpPr>
            <a:spLocks noGrp="1"/>
          </p:cNvSpPr>
          <p:nvPr>
            <p:ph type="body" sz="quarter" idx="40" hasCustomPrompt="1"/>
          </p:nvPr>
        </p:nvSpPr>
        <p:spPr>
          <a:xfrm>
            <a:off x="1260000" y="1620000"/>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42" name="Oval 41">
            <a:extLst>
              <a:ext uri="{FF2B5EF4-FFF2-40B4-BE49-F238E27FC236}">
                <a16:creationId xmlns:a16="http://schemas.microsoft.com/office/drawing/2014/main" id="{FE40B4BB-F2EF-4DE8-CEF0-B4012583817A}"/>
              </a:ext>
            </a:extLst>
          </p:cNvPr>
          <p:cNvSpPr/>
          <p:nvPr userDrawn="1"/>
        </p:nvSpPr>
        <p:spPr>
          <a:xfrm rot="10800000">
            <a:off x="716759" y="2371013"/>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43" name="Picture Placeholder 3">
            <a:extLst>
              <a:ext uri="{FF2B5EF4-FFF2-40B4-BE49-F238E27FC236}">
                <a16:creationId xmlns:a16="http://schemas.microsoft.com/office/drawing/2014/main" id="{18AC2800-C3EF-499A-08B1-FAB1D6698604}"/>
              </a:ext>
            </a:extLst>
          </p:cNvPr>
          <p:cNvSpPr>
            <a:spLocks noGrp="1"/>
          </p:cNvSpPr>
          <p:nvPr>
            <p:ph type="pic" sz="quarter" idx="41" hasCustomPrompt="1"/>
          </p:nvPr>
        </p:nvSpPr>
        <p:spPr>
          <a:xfrm>
            <a:off x="720000" y="2368145"/>
            <a:ext cx="540000" cy="540000"/>
          </a:xfrm>
          <a:prstGeom prst="ellipse">
            <a:avLst/>
          </a:prstGeom>
          <a:noFill/>
        </p:spPr>
        <p:txBody>
          <a:bodyPr>
            <a:normAutofit/>
          </a:bodyPr>
          <a:lstStyle>
            <a:lvl1pPr marL="0" indent="0" algn="ctr">
              <a:buNone/>
              <a:defRPr sz="1400"/>
            </a:lvl1pPr>
          </a:lstStyle>
          <a:p>
            <a:r>
              <a:rPr lang="fi-FI"/>
              <a:t>P</a:t>
            </a:r>
          </a:p>
        </p:txBody>
      </p:sp>
      <p:sp>
        <p:nvSpPr>
          <p:cNvPr id="44" name="Text Placeholder 18">
            <a:extLst>
              <a:ext uri="{FF2B5EF4-FFF2-40B4-BE49-F238E27FC236}">
                <a16:creationId xmlns:a16="http://schemas.microsoft.com/office/drawing/2014/main" id="{2023100A-5D28-FF65-B226-4F472C427565}"/>
              </a:ext>
            </a:extLst>
          </p:cNvPr>
          <p:cNvSpPr>
            <a:spLocks noGrp="1"/>
          </p:cNvSpPr>
          <p:nvPr>
            <p:ph type="body" sz="quarter" idx="42" hasCustomPrompt="1"/>
          </p:nvPr>
        </p:nvSpPr>
        <p:spPr>
          <a:xfrm>
            <a:off x="1260000" y="2368145"/>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47" name="Oval 46">
            <a:extLst>
              <a:ext uri="{FF2B5EF4-FFF2-40B4-BE49-F238E27FC236}">
                <a16:creationId xmlns:a16="http://schemas.microsoft.com/office/drawing/2014/main" id="{CD581F9B-DF1E-0ADC-9DCA-A2B69B6A7D8A}"/>
              </a:ext>
            </a:extLst>
          </p:cNvPr>
          <p:cNvSpPr/>
          <p:nvPr userDrawn="1"/>
        </p:nvSpPr>
        <p:spPr>
          <a:xfrm rot="10800000">
            <a:off x="716759" y="3104045"/>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48" name="Picture Placeholder 3">
            <a:extLst>
              <a:ext uri="{FF2B5EF4-FFF2-40B4-BE49-F238E27FC236}">
                <a16:creationId xmlns:a16="http://schemas.microsoft.com/office/drawing/2014/main" id="{AAB50452-6142-A58D-7C86-3029D5E661EF}"/>
              </a:ext>
            </a:extLst>
          </p:cNvPr>
          <p:cNvSpPr>
            <a:spLocks noGrp="1"/>
          </p:cNvSpPr>
          <p:nvPr>
            <p:ph type="pic" sz="quarter" idx="43" hasCustomPrompt="1"/>
          </p:nvPr>
        </p:nvSpPr>
        <p:spPr>
          <a:xfrm>
            <a:off x="720000" y="3101177"/>
            <a:ext cx="540000" cy="540000"/>
          </a:xfrm>
          <a:prstGeom prst="ellipse">
            <a:avLst/>
          </a:prstGeom>
          <a:noFill/>
        </p:spPr>
        <p:txBody>
          <a:bodyPr>
            <a:normAutofit/>
          </a:bodyPr>
          <a:lstStyle>
            <a:lvl1pPr marL="0" indent="0" algn="ctr">
              <a:buNone/>
              <a:defRPr sz="1400"/>
            </a:lvl1pPr>
          </a:lstStyle>
          <a:p>
            <a:r>
              <a:rPr lang="fi-FI"/>
              <a:t>P</a:t>
            </a:r>
          </a:p>
        </p:txBody>
      </p:sp>
      <p:sp>
        <p:nvSpPr>
          <p:cNvPr id="49" name="Text Placeholder 18">
            <a:extLst>
              <a:ext uri="{FF2B5EF4-FFF2-40B4-BE49-F238E27FC236}">
                <a16:creationId xmlns:a16="http://schemas.microsoft.com/office/drawing/2014/main" id="{CC75CB6F-E979-E525-57C1-4D6A641339FD}"/>
              </a:ext>
            </a:extLst>
          </p:cNvPr>
          <p:cNvSpPr>
            <a:spLocks noGrp="1"/>
          </p:cNvSpPr>
          <p:nvPr>
            <p:ph type="body" sz="quarter" idx="44" hasCustomPrompt="1"/>
          </p:nvPr>
        </p:nvSpPr>
        <p:spPr>
          <a:xfrm>
            <a:off x="1260000" y="3101177"/>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50" name="Oval 49">
            <a:extLst>
              <a:ext uri="{FF2B5EF4-FFF2-40B4-BE49-F238E27FC236}">
                <a16:creationId xmlns:a16="http://schemas.microsoft.com/office/drawing/2014/main" id="{05AC951D-3117-3F27-7FE8-1E0AD718D882}"/>
              </a:ext>
            </a:extLst>
          </p:cNvPr>
          <p:cNvSpPr/>
          <p:nvPr userDrawn="1"/>
        </p:nvSpPr>
        <p:spPr>
          <a:xfrm rot="10800000">
            <a:off x="716759" y="3852190"/>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51" name="Picture Placeholder 3">
            <a:extLst>
              <a:ext uri="{FF2B5EF4-FFF2-40B4-BE49-F238E27FC236}">
                <a16:creationId xmlns:a16="http://schemas.microsoft.com/office/drawing/2014/main" id="{A99E94E2-4524-A95D-77B5-A6BD36A5FCDB}"/>
              </a:ext>
            </a:extLst>
          </p:cNvPr>
          <p:cNvSpPr>
            <a:spLocks noGrp="1"/>
          </p:cNvSpPr>
          <p:nvPr>
            <p:ph type="pic" sz="quarter" idx="45" hasCustomPrompt="1"/>
          </p:nvPr>
        </p:nvSpPr>
        <p:spPr>
          <a:xfrm>
            <a:off x="720000" y="3849322"/>
            <a:ext cx="540000" cy="540000"/>
          </a:xfrm>
          <a:prstGeom prst="ellipse">
            <a:avLst/>
          </a:prstGeom>
          <a:noFill/>
        </p:spPr>
        <p:txBody>
          <a:bodyPr>
            <a:normAutofit/>
          </a:bodyPr>
          <a:lstStyle>
            <a:lvl1pPr marL="0" indent="0" algn="ctr">
              <a:buNone/>
              <a:defRPr sz="1400"/>
            </a:lvl1pPr>
          </a:lstStyle>
          <a:p>
            <a:r>
              <a:rPr lang="fi-FI"/>
              <a:t>P</a:t>
            </a:r>
          </a:p>
        </p:txBody>
      </p:sp>
      <p:sp>
        <p:nvSpPr>
          <p:cNvPr id="52" name="Text Placeholder 18">
            <a:extLst>
              <a:ext uri="{FF2B5EF4-FFF2-40B4-BE49-F238E27FC236}">
                <a16:creationId xmlns:a16="http://schemas.microsoft.com/office/drawing/2014/main" id="{F26FB4A3-D085-06AB-5BAC-0B8199668806}"/>
              </a:ext>
            </a:extLst>
          </p:cNvPr>
          <p:cNvSpPr>
            <a:spLocks noGrp="1"/>
          </p:cNvSpPr>
          <p:nvPr>
            <p:ph type="body" sz="quarter" idx="46" hasCustomPrompt="1"/>
          </p:nvPr>
        </p:nvSpPr>
        <p:spPr>
          <a:xfrm>
            <a:off x="1260000" y="3849322"/>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53" name="Oval 52">
            <a:extLst>
              <a:ext uri="{FF2B5EF4-FFF2-40B4-BE49-F238E27FC236}">
                <a16:creationId xmlns:a16="http://schemas.microsoft.com/office/drawing/2014/main" id="{8D4BCB21-9955-BBDD-BD29-106C9A1422CA}"/>
              </a:ext>
            </a:extLst>
          </p:cNvPr>
          <p:cNvSpPr/>
          <p:nvPr userDrawn="1"/>
        </p:nvSpPr>
        <p:spPr>
          <a:xfrm rot="10800000">
            <a:off x="716759" y="4600336"/>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57" name="Picture Placeholder 3">
            <a:extLst>
              <a:ext uri="{FF2B5EF4-FFF2-40B4-BE49-F238E27FC236}">
                <a16:creationId xmlns:a16="http://schemas.microsoft.com/office/drawing/2014/main" id="{D69E507A-D84C-D3AA-004F-FF827D4E56F9}"/>
              </a:ext>
            </a:extLst>
          </p:cNvPr>
          <p:cNvSpPr>
            <a:spLocks noGrp="1"/>
          </p:cNvSpPr>
          <p:nvPr>
            <p:ph type="pic" sz="quarter" idx="47" hasCustomPrompt="1"/>
          </p:nvPr>
        </p:nvSpPr>
        <p:spPr>
          <a:xfrm>
            <a:off x="720000" y="4597468"/>
            <a:ext cx="540000" cy="540000"/>
          </a:xfrm>
          <a:prstGeom prst="ellipse">
            <a:avLst/>
          </a:prstGeom>
          <a:noFill/>
        </p:spPr>
        <p:txBody>
          <a:bodyPr>
            <a:normAutofit/>
          </a:bodyPr>
          <a:lstStyle>
            <a:lvl1pPr marL="0" indent="0" algn="ctr">
              <a:buNone/>
              <a:defRPr sz="1400"/>
            </a:lvl1pPr>
          </a:lstStyle>
          <a:p>
            <a:r>
              <a:rPr lang="fi-FI"/>
              <a:t>P</a:t>
            </a:r>
          </a:p>
        </p:txBody>
      </p:sp>
      <p:sp>
        <p:nvSpPr>
          <p:cNvPr id="58" name="Text Placeholder 18">
            <a:extLst>
              <a:ext uri="{FF2B5EF4-FFF2-40B4-BE49-F238E27FC236}">
                <a16:creationId xmlns:a16="http://schemas.microsoft.com/office/drawing/2014/main" id="{65A4DFCC-21B5-9E3D-26FD-227BEAD99EA7}"/>
              </a:ext>
            </a:extLst>
          </p:cNvPr>
          <p:cNvSpPr>
            <a:spLocks noGrp="1"/>
          </p:cNvSpPr>
          <p:nvPr>
            <p:ph type="body" sz="quarter" idx="48" hasCustomPrompt="1"/>
          </p:nvPr>
        </p:nvSpPr>
        <p:spPr>
          <a:xfrm>
            <a:off x="1260000" y="4597468"/>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59" name="Oval 58">
            <a:extLst>
              <a:ext uri="{FF2B5EF4-FFF2-40B4-BE49-F238E27FC236}">
                <a16:creationId xmlns:a16="http://schemas.microsoft.com/office/drawing/2014/main" id="{9D9D72AD-77F1-85F4-C21A-987A5BE306B7}"/>
              </a:ext>
            </a:extLst>
          </p:cNvPr>
          <p:cNvSpPr/>
          <p:nvPr userDrawn="1"/>
        </p:nvSpPr>
        <p:spPr>
          <a:xfrm rot="10800000">
            <a:off x="716759" y="5348481"/>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0" name="Picture Placeholder 3">
            <a:extLst>
              <a:ext uri="{FF2B5EF4-FFF2-40B4-BE49-F238E27FC236}">
                <a16:creationId xmlns:a16="http://schemas.microsoft.com/office/drawing/2014/main" id="{E449242D-F050-E0E5-5584-8185D94CAA00}"/>
              </a:ext>
            </a:extLst>
          </p:cNvPr>
          <p:cNvSpPr>
            <a:spLocks noGrp="1"/>
          </p:cNvSpPr>
          <p:nvPr>
            <p:ph type="pic" sz="quarter" idx="49" hasCustomPrompt="1"/>
          </p:nvPr>
        </p:nvSpPr>
        <p:spPr>
          <a:xfrm>
            <a:off x="720000" y="5345613"/>
            <a:ext cx="540000" cy="540000"/>
          </a:xfrm>
          <a:prstGeom prst="ellipse">
            <a:avLst/>
          </a:prstGeom>
          <a:noFill/>
        </p:spPr>
        <p:txBody>
          <a:bodyPr>
            <a:normAutofit/>
          </a:bodyPr>
          <a:lstStyle>
            <a:lvl1pPr marL="0" indent="0" algn="ctr">
              <a:buNone/>
              <a:defRPr sz="1400"/>
            </a:lvl1pPr>
          </a:lstStyle>
          <a:p>
            <a:r>
              <a:rPr lang="fi-FI"/>
              <a:t>P</a:t>
            </a:r>
          </a:p>
        </p:txBody>
      </p:sp>
      <p:sp>
        <p:nvSpPr>
          <p:cNvPr id="61" name="Text Placeholder 18">
            <a:extLst>
              <a:ext uri="{FF2B5EF4-FFF2-40B4-BE49-F238E27FC236}">
                <a16:creationId xmlns:a16="http://schemas.microsoft.com/office/drawing/2014/main" id="{749C2F95-D742-3A96-15B9-78AF315DE69A}"/>
              </a:ext>
            </a:extLst>
          </p:cNvPr>
          <p:cNvSpPr>
            <a:spLocks noGrp="1"/>
          </p:cNvSpPr>
          <p:nvPr>
            <p:ph type="body" sz="quarter" idx="50" hasCustomPrompt="1"/>
          </p:nvPr>
        </p:nvSpPr>
        <p:spPr>
          <a:xfrm>
            <a:off x="1260000" y="5345613"/>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62" name="Oval 61">
            <a:extLst>
              <a:ext uri="{FF2B5EF4-FFF2-40B4-BE49-F238E27FC236}">
                <a16:creationId xmlns:a16="http://schemas.microsoft.com/office/drawing/2014/main" id="{E690F7B7-2C8D-3199-0BBB-514427EE9DBA}"/>
              </a:ext>
            </a:extLst>
          </p:cNvPr>
          <p:cNvSpPr/>
          <p:nvPr userDrawn="1"/>
        </p:nvSpPr>
        <p:spPr>
          <a:xfrm rot="10800000">
            <a:off x="2915737" y="1622868"/>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11" name="Picture Placeholder 3">
            <a:extLst>
              <a:ext uri="{FF2B5EF4-FFF2-40B4-BE49-F238E27FC236}">
                <a16:creationId xmlns:a16="http://schemas.microsoft.com/office/drawing/2014/main" id="{3044B6BC-978D-7B18-5F1D-5B2D25FACCA0}"/>
              </a:ext>
            </a:extLst>
          </p:cNvPr>
          <p:cNvSpPr>
            <a:spLocks noGrp="1"/>
          </p:cNvSpPr>
          <p:nvPr>
            <p:ph type="pic" sz="quarter" idx="51" hasCustomPrompt="1"/>
          </p:nvPr>
        </p:nvSpPr>
        <p:spPr>
          <a:xfrm>
            <a:off x="2918978" y="1620000"/>
            <a:ext cx="540000" cy="540000"/>
          </a:xfrm>
          <a:prstGeom prst="ellipse">
            <a:avLst/>
          </a:prstGeom>
          <a:noFill/>
        </p:spPr>
        <p:txBody>
          <a:bodyPr>
            <a:normAutofit/>
          </a:bodyPr>
          <a:lstStyle>
            <a:lvl1pPr marL="0" indent="0" algn="ctr">
              <a:buNone/>
              <a:defRPr sz="1400"/>
            </a:lvl1pPr>
          </a:lstStyle>
          <a:p>
            <a:r>
              <a:rPr lang="fi-FI"/>
              <a:t>P</a:t>
            </a:r>
          </a:p>
        </p:txBody>
      </p:sp>
      <p:sp>
        <p:nvSpPr>
          <p:cNvPr id="112" name="Text Placeholder 18">
            <a:extLst>
              <a:ext uri="{FF2B5EF4-FFF2-40B4-BE49-F238E27FC236}">
                <a16:creationId xmlns:a16="http://schemas.microsoft.com/office/drawing/2014/main" id="{F642D2F8-BE19-39A5-6D1D-4C1D4951883D}"/>
              </a:ext>
            </a:extLst>
          </p:cNvPr>
          <p:cNvSpPr>
            <a:spLocks noGrp="1"/>
          </p:cNvSpPr>
          <p:nvPr>
            <p:ph type="body" sz="quarter" idx="52" hasCustomPrompt="1"/>
          </p:nvPr>
        </p:nvSpPr>
        <p:spPr>
          <a:xfrm>
            <a:off x="3458978" y="1620000"/>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13" name="Oval 112">
            <a:extLst>
              <a:ext uri="{FF2B5EF4-FFF2-40B4-BE49-F238E27FC236}">
                <a16:creationId xmlns:a16="http://schemas.microsoft.com/office/drawing/2014/main" id="{3534C2E9-0140-5FDB-6AC4-927EAA96F9CE}"/>
              </a:ext>
            </a:extLst>
          </p:cNvPr>
          <p:cNvSpPr/>
          <p:nvPr userDrawn="1"/>
        </p:nvSpPr>
        <p:spPr>
          <a:xfrm rot="10800000">
            <a:off x="2915737" y="2371013"/>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14" name="Picture Placeholder 3">
            <a:extLst>
              <a:ext uri="{FF2B5EF4-FFF2-40B4-BE49-F238E27FC236}">
                <a16:creationId xmlns:a16="http://schemas.microsoft.com/office/drawing/2014/main" id="{67B75E85-C8C3-BA00-615D-DE465A2E866B}"/>
              </a:ext>
            </a:extLst>
          </p:cNvPr>
          <p:cNvSpPr>
            <a:spLocks noGrp="1"/>
          </p:cNvSpPr>
          <p:nvPr>
            <p:ph type="pic" sz="quarter" idx="53" hasCustomPrompt="1"/>
          </p:nvPr>
        </p:nvSpPr>
        <p:spPr>
          <a:xfrm>
            <a:off x="2918978" y="2368145"/>
            <a:ext cx="540000" cy="540000"/>
          </a:xfrm>
          <a:prstGeom prst="ellipse">
            <a:avLst/>
          </a:prstGeom>
          <a:noFill/>
        </p:spPr>
        <p:txBody>
          <a:bodyPr>
            <a:normAutofit/>
          </a:bodyPr>
          <a:lstStyle>
            <a:lvl1pPr marL="0" indent="0" algn="ctr">
              <a:buNone/>
              <a:defRPr sz="1400"/>
            </a:lvl1pPr>
          </a:lstStyle>
          <a:p>
            <a:r>
              <a:rPr lang="fi-FI"/>
              <a:t>P</a:t>
            </a:r>
          </a:p>
        </p:txBody>
      </p:sp>
      <p:sp>
        <p:nvSpPr>
          <p:cNvPr id="115" name="Text Placeholder 18">
            <a:extLst>
              <a:ext uri="{FF2B5EF4-FFF2-40B4-BE49-F238E27FC236}">
                <a16:creationId xmlns:a16="http://schemas.microsoft.com/office/drawing/2014/main" id="{54B37B79-DAFE-F73E-0A44-C3DBD64E9FE6}"/>
              </a:ext>
            </a:extLst>
          </p:cNvPr>
          <p:cNvSpPr>
            <a:spLocks noGrp="1"/>
          </p:cNvSpPr>
          <p:nvPr>
            <p:ph type="body" sz="quarter" idx="54" hasCustomPrompt="1"/>
          </p:nvPr>
        </p:nvSpPr>
        <p:spPr>
          <a:xfrm>
            <a:off x="3458978" y="2368145"/>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16" name="Oval 115">
            <a:extLst>
              <a:ext uri="{FF2B5EF4-FFF2-40B4-BE49-F238E27FC236}">
                <a16:creationId xmlns:a16="http://schemas.microsoft.com/office/drawing/2014/main" id="{450E6361-EA59-FEA2-1256-1E7E268EFB10}"/>
              </a:ext>
            </a:extLst>
          </p:cNvPr>
          <p:cNvSpPr/>
          <p:nvPr userDrawn="1"/>
        </p:nvSpPr>
        <p:spPr>
          <a:xfrm rot="10800000">
            <a:off x="2915737" y="3104045"/>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17" name="Picture Placeholder 3">
            <a:extLst>
              <a:ext uri="{FF2B5EF4-FFF2-40B4-BE49-F238E27FC236}">
                <a16:creationId xmlns:a16="http://schemas.microsoft.com/office/drawing/2014/main" id="{1E17303F-0D0A-3CEA-CAF0-92A3198C0803}"/>
              </a:ext>
            </a:extLst>
          </p:cNvPr>
          <p:cNvSpPr>
            <a:spLocks noGrp="1"/>
          </p:cNvSpPr>
          <p:nvPr>
            <p:ph type="pic" sz="quarter" idx="55" hasCustomPrompt="1"/>
          </p:nvPr>
        </p:nvSpPr>
        <p:spPr>
          <a:xfrm>
            <a:off x="2918978" y="3101177"/>
            <a:ext cx="540000" cy="540000"/>
          </a:xfrm>
          <a:prstGeom prst="ellipse">
            <a:avLst/>
          </a:prstGeom>
          <a:noFill/>
        </p:spPr>
        <p:txBody>
          <a:bodyPr>
            <a:normAutofit/>
          </a:bodyPr>
          <a:lstStyle>
            <a:lvl1pPr marL="0" indent="0" algn="ctr">
              <a:buNone/>
              <a:defRPr sz="1400"/>
            </a:lvl1pPr>
          </a:lstStyle>
          <a:p>
            <a:r>
              <a:rPr lang="fi-FI"/>
              <a:t>P</a:t>
            </a:r>
          </a:p>
        </p:txBody>
      </p:sp>
      <p:sp>
        <p:nvSpPr>
          <p:cNvPr id="118" name="Text Placeholder 18">
            <a:extLst>
              <a:ext uri="{FF2B5EF4-FFF2-40B4-BE49-F238E27FC236}">
                <a16:creationId xmlns:a16="http://schemas.microsoft.com/office/drawing/2014/main" id="{AB20990E-BD57-7975-8E7F-CD9819BA3814}"/>
              </a:ext>
            </a:extLst>
          </p:cNvPr>
          <p:cNvSpPr>
            <a:spLocks noGrp="1"/>
          </p:cNvSpPr>
          <p:nvPr>
            <p:ph type="body" sz="quarter" idx="56" hasCustomPrompt="1"/>
          </p:nvPr>
        </p:nvSpPr>
        <p:spPr>
          <a:xfrm>
            <a:off x="3458978" y="3101177"/>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19" name="Oval 118">
            <a:extLst>
              <a:ext uri="{FF2B5EF4-FFF2-40B4-BE49-F238E27FC236}">
                <a16:creationId xmlns:a16="http://schemas.microsoft.com/office/drawing/2014/main" id="{31C639E7-6690-E358-F706-B974EAB61FD7}"/>
              </a:ext>
            </a:extLst>
          </p:cNvPr>
          <p:cNvSpPr/>
          <p:nvPr userDrawn="1"/>
        </p:nvSpPr>
        <p:spPr>
          <a:xfrm rot="10800000">
            <a:off x="2915737" y="3852190"/>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20" name="Picture Placeholder 3">
            <a:extLst>
              <a:ext uri="{FF2B5EF4-FFF2-40B4-BE49-F238E27FC236}">
                <a16:creationId xmlns:a16="http://schemas.microsoft.com/office/drawing/2014/main" id="{18D8EFCD-CBD5-D944-2E85-307ED2F965FB}"/>
              </a:ext>
            </a:extLst>
          </p:cNvPr>
          <p:cNvSpPr>
            <a:spLocks noGrp="1"/>
          </p:cNvSpPr>
          <p:nvPr>
            <p:ph type="pic" sz="quarter" idx="57" hasCustomPrompt="1"/>
          </p:nvPr>
        </p:nvSpPr>
        <p:spPr>
          <a:xfrm>
            <a:off x="2918978" y="3849322"/>
            <a:ext cx="540000" cy="540000"/>
          </a:xfrm>
          <a:prstGeom prst="ellipse">
            <a:avLst/>
          </a:prstGeom>
          <a:noFill/>
        </p:spPr>
        <p:txBody>
          <a:bodyPr>
            <a:normAutofit/>
          </a:bodyPr>
          <a:lstStyle>
            <a:lvl1pPr marL="0" indent="0" algn="ctr">
              <a:buNone/>
              <a:defRPr sz="1400"/>
            </a:lvl1pPr>
          </a:lstStyle>
          <a:p>
            <a:r>
              <a:rPr lang="fi-FI"/>
              <a:t>P</a:t>
            </a:r>
          </a:p>
        </p:txBody>
      </p:sp>
      <p:sp>
        <p:nvSpPr>
          <p:cNvPr id="121" name="Text Placeholder 18">
            <a:extLst>
              <a:ext uri="{FF2B5EF4-FFF2-40B4-BE49-F238E27FC236}">
                <a16:creationId xmlns:a16="http://schemas.microsoft.com/office/drawing/2014/main" id="{A90533BA-C02E-59D4-97EF-42B709CD9314}"/>
              </a:ext>
            </a:extLst>
          </p:cNvPr>
          <p:cNvSpPr>
            <a:spLocks noGrp="1"/>
          </p:cNvSpPr>
          <p:nvPr>
            <p:ph type="body" sz="quarter" idx="58" hasCustomPrompt="1"/>
          </p:nvPr>
        </p:nvSpPr>
        <p:spPr>
          <a:xfrm>
            <a:off x="3458978" y="3849322"/>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22" name="Oval 121">
            <a:extLst>
              <a:ext uri="{FF2B5EF4-FFF2-40B4-BE49-F238E27FC236}">
                <a16:creationId xmlns:a16="http://schemas.microsoft.com/office/drawing/2014/main" id="{06044BA8-469B-23DF-A03C-B0B2A4061EB0}"/>
              </a:ext>
            </a:extLst>
          </p:cNvPr>
          <p:cNvSpPr/>
          <p:nvPr userDrawn="1"/>
        </p:nvSpPr>
        <p:spPr>
          <a:xfrm rot="10800000">
            <a:off x="2915737" y="4600336"/>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23" name="Picture Placeholder 3">
            <a:extLst>
              <a:ext uri="{FF2B5EF4-FFF2-40B4-BE49-F238E27FC236}">
                <a16:creationId xmlns:a16="http://schemas.microsoft.com/office/drawing/2014/main" id="{B1F44E1B-643C-327D-BEEA-4B01481DC81E}"/>
              </a:ext>
            </a:extLst>
          </p:cNvPr>
          <p:cNvSpPr>
            <a:spLocks noGrp="1"/>
          </p:cNvSpPr>
          <p:nvPr>
            <p:ph type="pic" sz="quarter" idx="59" hasCustomPrompt="1"/>
          </p:nvPr>
        </p:nvSpPr>
        <p:spPr>
          <a:xfrm>
            <a:off x="2918978" y="4597468"/>
            <a:ext cx="540000" cy="540000"/>
          </a:xfrm>
          <a:prstGeom prst="ellipse">
            <a:avLst/>
          </a:prstGeom>
          <a:noFill/>
        </p:spPr>
        <p:txBody>
          <a:bodyPr>
            <a:normAutofit/>
          </a:bodyPr>
          <a:lstStyle>
            <a:lvl1pPr marL="0" indent="0" algn="ctr">
              <a:buNone/>
              <a:defRPr sz="1400"/>
            </a:lvl1pPr>
          </a:lstStyle>
          <a:p>
            <a:r>
              <a:rPr lang="fi-FI"/>
              <a:t>P</a:t>
            </a:r>
          </a:p>
        </p:txBody>
      </p:sp>
      <p:sp>
        <p:nvSpPr>
          <p:cNvPr id="124" name="Text Placeholder 18">
            <a:extLst>
              <a:ext uri="{FF2B5EF4-FFF2-40B4-BE49-F238E27FC236}">
                <a16:creationId xmlns:a16="http://schemas.microsoft.com/office/drawing/2014/main" id="{03752D4D-BCB1-27A8-9275-E0F212443D5F}"/>
              </a:ext>
            </a:extLst>
          </p:cNvPr>
          <p:cNvSpPr>
            <a:spLocks noGrp="1"/>
          </p:cNvSpPr>
          <p:nvPr>
            <p:ph type="body" sz="quarter" idx="60" hasCustomPrompt="1"/>
          </p:nvPr>
        </p:nvSpPr>
        <p:spPr>
          <a:xfrm>
            <a:off x="3458978" y="4597468"/>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25" name="Oval 124">
            <a:extLst>
              <a:ext uri="{FF2B5EF4-FFF2-40B4-BE49-F238E27FC236}">
                <a16:creationId xmlns:a16="http://schemas.microsoft.com/office/drawing/2014/main" id="{302EDE36-FCBA-F1AB-645B-BFEC2C30AA03}"/>
              </a:ext>
            </a:extLst>
          </p:cNvPr>
          <p:cNvSpPr/>
          <p:nvPr userDrawn="1"/>
        </p:nvSpPr>
        <p:spPr>
          <a:xfrm rot="10800000">
            <a:off x="2915737" y="5348481"/>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26" name="Picture Placeholder 3">
            <a:extLst>
              <a:ext uri="{FF2B5EF4-FFF2-40B4-BE49-F238E27FC236}">
                <a16:creationId xmlns:a16="http://schemas.microsoft.com/office/drawing/2014/main" id="{0D9F1EE6-C2A8-6A8D-AF34-AEE285F55FE8}"/>
              </a:ext>
            </a:extLst>
          </p:cNvPr>
          <p:cNvSpPr>
            <a:spLocks noGrp="1"/>
          </p:cNvSpPr>
          <p:nvPr>
            <p:ph type="pic" sz="quarter" idx="61" hasCustomPrompt="1"/>
          </p:nvPr>
        </p:nvSpPr>
        <p:spPr>
          <a:xfrm>
            <a:off x="2918978" y="5345613"/>
            <a:ext cx="540000" cy="540000"/>
          </a:xfrm>
          <a:prstGeom prst="ellipse">
            <a:avLst/>
          </a:prstGeom>
          <a:noFill/>
        </p:spPr>
        <p:txBody>
          <a:bodyPr>
            <a:normAutofit/>
          </a:bodyPr>
          <a:lstStyle>
            <a:lvl1pPr marL="0" indent="0" algn="ctr">
              <a:buNone/>
              <a:defRPr sz="1400"/>
            </a:lvl1pPr>
          </a:lstStyle>
          <a:p>
            <a:r>
              <a:rPr lang="fi-FI"/>
              <a:t>P</a:t>
            </a:r>
          </a:p>
        </p:txBody>
      </p:sp>
      <p:sp>
        <p:nvSpPr>
          <p:cNvPr id="127" name="Text Placeholder 18">
            <a:extLst>
              <a:ext uri="{FF2B5EF4-FFF2-40B4-BE49-F238E27FC236}">
                <a16:creationId xmlns:a16="http://schemas.microsoft.com/office/drawing/2014/main" id="{2BA7D070-CE42-343F-DED4-7A1E71EA988F}"/>
              </a:ext>
            </a:extLst>
          </p:cNvPr>
          <p:cNvSpPr>
            <a:spLocks noGrp="1"/>
          </p:cNvSpPr>
          <p:nvPr>
            <p:ph type="body" sz="quarter" idx="62" hasCustomPrompt="1"/>
          </p:nvPr>
        </p:nvSpPr>
        <p:spPr>
          <a:xfrm>
            <a:off x="3458978" y="5345613"/>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28" name="Oval 127">
            <a:extLst>
              <a:ext uri="{FF2B5EF4-FFF2-40B4-BE49-F238E27FC236}">
                <a16:creationId xmlns:a16="http://schemas.microsoft.com/office/drawing/2014/main" id="{5DB2AD36-3895-93F2-A8DD-25905237C72F}"/>
              </a:ext>
            </a:extLst>
          </p:cNvPr>
          <p:cNvSpPr/>
          <p:nvPr userDrawn="1"/>
        </p:nvSpPr>
        <p:spPr>
          <a:xfrm rot="10800000">
            <a:off x="5167847" y="1622868"/>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29" name="Picture Placeholder 3">
            <a:extLst>
              <a:ext uri="{FF2B5EF4-FFF2-40B4-BE49-F238E27FC236}">
                <a16:creationId xmlns:a16="http://schemas.microsoft.com/office/drawing/2014/main" id="{60F6AAC8-4065-9BAA-EEED-01383603F3E0}"/>
              </a:ext>
            </a:extLst>
          </p:cNvPr>
          <p:cNvSpPr>
            <a:spLocks noGrp="1"/>
          </p:cNvSpPr>
          <p:nvPr>
            <p:ph type="pic" sz="quarter" idx="63" hasCustomPrompt="1"/>
          </p:nvPr>
        </p:nvSpPr>
        <p:spPr>
          <a:xfrm>
            <a:off x="5171088" y="1620000"/>
            <a:ext cx="540000" cy="540000"/>
          </a:xfrm>
          <a:prstGeom prst="ellipse">
            <a:avLst/>
          </a:prstGeom>
          <a:noFill/>
        </p:spPr>
        <p:txBody>
          <a:bodyPr>
            <a:normAutofit/>
          </a:bodyPr>
          <a:lstStyle>
            <a:lvl1pPr marL="0" indent="0" algn="ctr">
              <a:buNone/>
              <a:defRPr sz="1400"/>
            </a:lvl1pPr>
          </a:lstStyle>
          <a:p>
            <a:r>
              <a:rPr lang="fi-FI"/>
              <a:t>P</a:t>
            </a:r>
          </a:p>
        </p:txBody>
      </p:sp>
      <p:sp>
        <p:nvSpPr>
          <p:cNvPr id="130" name="Text Placeholder 18">
            <a:extLst>
              <a:ext uri="{FF2B5EF4-FFF2-40B4-BE49-F238E27FC236}">
                <a16:creationId xmlns:a16="http://schemas.microsoft.com/office/drawing/2014/main" id="{59708B77-039D-91AD-32BD-396CF643F677}"/>
              </a:ext>
            </a:extLst>
          </p:cNvPr>
          <p:cNvSpPr>
            <a:spLocks noGrp="1"/>
          </p:cNvSpPr>
          <p:nvPr>
            <p:ph type="body" sz="quarter" idx="64" hasCustomPrompt="1"/>
          </p:nvPr>
        </p:nvSpPr>
        <p:spPr>
          <a:xfrm>
            <a:off x="5711088" y="1620000"/>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31" name="Oval 130">
            <a:extLst>
              <a:ext uri="{FF2B5EF4-FFF2-40B4-BE49-F238E27FC236}">
                <a16:creationId xmlns:a16="http://schemas.microsoft.com/office/drawing/2014/main" id="{5CFC8CE1-6D55-4EC0-C9FC-DBCB0B1B85F3}"/>
              </a:ext>
            </a:extLst>
          </p:cNvPr>
          <p:cNvSpPr/>
          <p:nvPr userDrawn="1"/>
        </p:nvSpPr>
        <p:spPr>
          <a:xfrm rot="10800000">
            <a:off x="5167847" y="2371013"/>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32" name="Picture Placeholder 3">
            <a:extLst>
              <a:ext uri="{FF2B5EF4-FFF2-40B4-BE49-F238E27FC236}">
                <a16:creationId xmlns:a16="http://schemas.microsoft.com/office/drawing/2014/main" id="{D0054C00-D757-C53F-CDBC-CB376F6969A1}"/>
              </a:ext>
            </a:extLst>
          </p:cNvPr>
          <p:cNvSpPr>
            <a:spLocks noGrp="1"/>
          </p:cNvSpPr>
          <p:nvPr>
            <p:ph type="pic" sz="quarter" idx="65" hasCustomPrompt="1"/>
          </p:nvPr>
        </p:nvSpPr>
        <p:spPr>
          <a:xfrm>
            <a:off x="5171088" y="2368145"/>
            <a:ext cx="540000" cy="540000"/>
          </a:xfrm>
          <a:prstGeom prst="ellipse">
            <a:avLst/>
          </a:prstGeom>
          <a:noFill/>
        </p:spPr>
        <p:txBody>
          <a:bodyPr>
            <a:normAutofit/>
          </a:bodyPr>
          <a:lstStyle>
            <a:lvl1pPr marL="0" indent="0" algn="ctr">
              <a:buNone/>
              <a:defRPr sz="1400"/>
            </a:lvl1pPr>
          </a:lstStyle>
          <a:p>
            <a:r>
              <a:rPr lang="fi-FI"/>
              <a:t>P</a:t>
            </a:r>
          </a:p>
        </p:txBody>
      </p:sp>
      <p:sp>
        <p:nvSpPr>
          <p:cNvPr id="133" name="Text Placeholder 18">
            <a:extLst>
              <a:ext uri="{FF2B5EF4-FFF2-40B4-BE49-F238E27FC236}">
                <a16:creationId xmlns:a16="http://schemas.microsoft.com/office/drawing/2014/main" id="{B1A4928B-55DE-2641-F972-D967697FD4B3}"/>
              </a:ext>
            </a:extLst>
          </p:cNvPr>
          <p:cNvSpPr>
            <a:spLocks noGrp="1"/>
          </p:cNvSpPr>
          <p:nvPr>
            <p:ph type="body" sz="quarter" idx="66" hasCustomPrompt="1"/>
          </p:nvPr>
        </p:nvSpPr>
        <p:spPr>
          <a:xfrm>
            <a:off x="5711088" y="2368145"/>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34" name="Oval 133">
            <a:extLst>
              <a:ext uri="{FF2B5EF4-FFF2-40B4-BE49-F238E27FC236}">
                <a16:creationId xmlns:a16="http://schemas.microsoft.com/office/drawing/2014/main" id="{1D49F2E4-5CF3-FA2A-8BFF-85350391F062}"/>
              </a:ext>
            </a:extLst>
          </p:cNvPr>
          <p:cNvSpPr/>
          <p:nvPr userDrawn="1"/>
        </p:nvSpPr>
        <p:spPr>
          <a:xfrm rot="10800000">
            <a:off x="5167847" y="3104045"/>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35" name="Picture Placeholder 3">
            <a:extLst>
              <a:ext uri="{FF2B5EF4-FFF2-40B4-BE49-F238E27FC236}">
                <a16:creationId xmlns:a16="http://schemas.microsoft.com/office/drawing/2014/main" id="{17BFB70B-D863-EC68-C286-784A3A010DBB}"/>
              </a:ext>
            </a:extLst>
          </p:cNvPr>
          <p:cNvSpPr>
            <a:spLocks noGrp="1"/>
          </p:cNvSpPr>
          <p:nvPr>
            <p:ph type="pic" sz="quarter" idx="67" hasCustomPrompt="1"/>
          </p:nvPr>
        </p:nvSpPr>
        <p:spPr>
          <a:xfrm>
            <a:off x="5171088" y="3101177"/>
            <a:ext cx="540000" cy="540000"/>
          </a:xfrm>
          <a:prstGeom prst="ellipse">
            <a:avLst/>
          </a:prstGeom>
          <a:noFill/>
        </p:spPr>
        <p:txBody>
          <a:bodyPr>
            <a:normAutofit/>
          </a:bodyPr>
          <a:lstStyle>
            <a:lvl1pPr marL="0" indent="0" algn="ctr">
              <a:buNone/>
              <a:defRPr sz="1400"/>
            </a:lvl1pPr>
          </a:lstStyle>
          <a:p>
            <a:r>
              <a:rPr lang="fi-FI"/>
              <a:t>P</a:t>
            </a:r>
          </a:p>
        </p:txBody>
      </p:sp>
      <p:sp>
        <p:nvSpPr>
          <p:cNvPr id="136" name="Text Placeholder 18">
            <a:extLst>
              <a:ext uri="{FF2B5EF4-FFF2-40B4-BE49-F238E27FC236}">
                <a16:creationId xmlns:a16="http://schemas.microsoft.com/office/drawing/2014/main" id="{F4D89641-90AD-5165-2E42-26399DAEF5B5}"/>
              </a:ext>
            </a:extLst>
          </p:cNvPr>
          <p:cNvSpPr>
            <a:spLocks noGrp="1"/>
          </p:cNvSpPr>
          <p:nvPr>
            <p:ph type="body" sz="quarter" idx="68" hasCustomPrompt="1"/>
          </p:nvPr>
        </p:nvSpPr>
        <p:spPr>
          <a:xfrm>
            <a:off x="5711088" y="3101177"/>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37" name="Oval 136">
            <a:extLst>
              <a:ext uri="{FF2B5EF4-FFF2-40B4-BE49-F238E27FC236}">
                <a16:creationId xmlns:a16="http://schemas.microsoft.com/office/drawing/2014/main" id="{6CEE797A-3627-9AB4-0A76-1577CFE5FF67}"/>
              </a:ext>
            </a:extLst>
          </p:cNvPr>
          <p:cNvSpPr/>
          <p:nvPr userDrawn="1"/>
        </p:nvSpPr>
        <p:spPr>
          <a:xfrm rot="10800000">
            <a:off x="5167847" y="3852190"/>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38" name="Picture Placeholder 3">
            <a:extLst>
              <a:ext uri="{FF2B5EF4-FFF2-40B4-BE49-F238E27FC236}">
                <a16:creationId xmlns:a16="http://schemas.microsoft.com/office/drawing/2014/main" id="{C78489D4-DF01-561F-4642-08B40D71F099}"/>
              </a:ext>
            </a:extLst>
          </p:cNvPr>
          <p:cNvSpPr>
            <a:spLocks noGrp="1"/>
          </p:cNvSpPr>
          <p:nvPr>
            <p:ph type="pic" sz="quarter" idx="69" hasCustomPrompt="1"/>
          </p:nvPr>
        </p:nvSpPr>
        <p:spPr>
          <a:xfrm>
            <a:off x="5171088" y="3849322"/>
            <a:ext cx="540000" cy="540000"/>
          </a:xfrm>
          <a:prstGeom prst="ellipse">
            <a:avLst/>
          </a:prstGeom>
          <a:noFill/>
        </p:spPr>
        <p:txBody>
          <a:bodyPr>
            <a:normAutofit/>
          </a:bodyPr>
          <a:lstStyle>
            <a:lvl1pPr marL="0" indent="0" algn="ctr">
              <a:buNone/>
              <a:defRPr sz="1400"/>
            </a:lvl1pPr>
          </a:lstStyle>
          <a:p>
            <a:r>
              <a:rPr lang="fi-FI"/>
              <a:t>P</a:t>
            </a:r>
          </a:p>
        </p:txBody>
      </p:sp>
      <p:sp>
        <p:nvSpPr>
          <p:cNvPr id="139" name="Text Placeholder 18">
            <a:extLst>
              <a:ext uri="{FF2B5EF4-FFF2-40B4-BE49-F238E27FC236}">
                <a16:creationId xmlns:a16="http://schemas.microsoft.com/office/drawing/2014/main" id="{2C94DCFE-0932-0053-C810-405A06E3627C}"/>
              </a:ext>
            </a:extLst>
          </p:cNvPr>
          <p:cNvSpPr>
            <a:spLocks noGrp="1"/>
          </p:cNvSpPr>
          <p:nvPr>
            <p:ph type="body" sz="quarter" idx="70" hasCustomPrompt="1"/>
          </p:nvPr>
        </p:nvSpPr>
        <p:spPr>
          <a:xfrm>
            <a:off x="5711088" y="3849322"/>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40" name="Oval 139">
            <a:extLst>
              <a:ext uri="{FF2B5EF4-FFF2-40B4-BE49-F238E27FC236}">
                <a16:creationId xmlns:a16="http://schemas.microsoft.com/office/drawing/2014/main" id="{FB4D9506-6EDB-5332-566E-456ACE4F6952}"/>
              </a:ext>
            </a:extLst>
          </p:cNvPr>
          <p:cNvSpPr/>
          <p:nvPr userDrawn="1"/>
        </p:nvSpPr>
        <p:spPr>
          <a:xfrm rot="10800000">
            <a:off x="5167847" y="4600336"/>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41" name="Picture Placeholder 3">
            <a:extLst>
              <a:ext uri="{FF2B5EF4-FFF2-40B4-BE49-F238E27FC236}">
                <a16:creationId xmlns:a16="http://schemas.microsoft.com/office/drawing/2014/main" id="{42713F11-893E-0531-B7A9-4FEFCF71B01F}"/>
              </a:ext>
            </a:extLst>
          </p:cNvPr>
          <p:cNvSpPr>
            <a:spLocks noGrp="1"/>
          </p:cNvSpPr>
          <p:nvPr>
            <p:ph type="pic" sz="quarter" idx="71" hasCustomPrompt="1"/>
          </p:nvPr>
        </p:nvSpPr>
        <p:spPr>
          <a:xfrm>
            <a:off x="5171088" y="4597468"/>
            <a:ext cx="540000" cy="540000"/>
          </a:xfrm>
          <a:prstGeom prst="ellipse">
            <a:avLst/>
          </a:prstGeom>
          <a:noFill/>
        </p:spPr>
        <p:txBody>
          <a:bodyPr>
            <a:normAutofit/>
          </a:bodyPr>
          <a:lstStyle>
            <a:lvl1pPr marL="0" indent="0" algn="ctr">
              <a:buNone/>
              <a:defRPr sz="1400"/>
            </a:lvl1pPr>
          </a:lstStyle>
          <a:p>
            <a:r>
              <a:rPr lang="fi-FI"/>
              <a:t>P</a:t>
            </a:r>
          </a:p>
        </p:txBody>
      </p:sp>
      <p:sp>
        <p:nvSpPr>
          <p:cNvPr id="142" name="Text Placeholder 18">
            <a:extLst>
              <a:ext uri="{FF2B5EF4-FFF2-40B4-BE49-F238E27FC236}">
                <a16:creationId xmlns:a16="http://schemas.microsoft.com/office/drawing/2014/main" id="{CA2AC671-EF16-C5B1-4320-FF4687DE2FE9}"/>
              </a:ext>
            </a:extLst>
          </p:cNvPr>
          <p:cNvSpPr>
            <a:spLocks noGrp="1"/>
          </p:cNvSpPr>
          <p:nvPr>
            <p:ph type="body" sz="quarter" idx="72" hasCustomPrompt="1"/>
          </p:nvPr>
        </p:nvSpPr>
        <p:spPr>
          <a:xfrm>
            <a:off x="5711088" y="4597468"/>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43" name="Oval 142">
            <a:extLst>
              <a:ext uri="{FF2B5EF4-FFF2-40B4-BE49-F238E27FC236}">
                <a16:creationId xmlns:a16="http://schemas.microsoft.com/office/drawing/2014/main" id="{410D1E96-C306-F686-4C7C-C7052BB5CE1C}"/>
              </a:ext>
            </a:extLst>
          </p:cNvPr>
          <p:cNvSpPr/>
          <p:nvPr userDrawn="1"/>
        </p:nvSpPr>
        <p:spPr>
          <a:xfrm rot="10800000">
            <a:off x="5167847" y="5348481"/>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44" name="Picture Placeholder 3">
            <a:extLst>
              <a:ext uri="{FF2B5EF4-FFF2-40B4-BE49-F238E27FC236}">
                <a16:creationId xmlns:a16="http://schemas.microsoft.com/office/drawing/2014/main" id="{D7F10BA9-3AA5-3623-2A2C-256CB216172B}"/>
              </a:ext>
            </a:extLst>
          </p:cNvPr>
          <p:cNvSpPr>
            <a:spLocks noGrp="1"/>
          </p:cNvSpPr>
          <p:nvPr>
            <p:ph type="pic" sz="quarter" idx="73" hasCustomPrompt="1"/>
          </p:nvPr>
        </p:nvSpPr>
        <p:spPr>
          <a:xfrm>
            <a:off x="5171088" y="5345613"/>
            <a:ext cx="540000" cy="540000"/>
          </a:xfrm>
          <a:prstGeom prst="ellipse">
            <a:avLst/>
          </a:prstGeom>
          <a:noFill/>
        </p:spPr>
        <p:txBody>
          <a:bodyPr>
            <a:normAutofit/>
          </a:bodyPr>
          <a:lstStyle>
            <a:lvl1pPr marL="0" indent="0" algn="ctr">
              <a:buNone/>
              <a:defRPr sz="1400"/>
            </a:lvl1pPr>
          </a:lstStyle>
          <a:p>
            <a:r>
              <a:rPr lang="fi-FI"/>
              <a:t>P</a:t>
            </a:r>
          </a:p>
        </p:txBody>
      </p:sp>
      <p:sp>
        <p:nvSpPr>
          <p:cNvPr id="145" name="Text Placeholder 18">
            <a:extLst>
              <a:ext uri="{FF2B5EF4-FFF2-40B4-BE49-F238E27FC236}">
                <a16:creationId xmlns:a16="http://schemas.microsoft.com/office/drawing/2014/main" id="{73C8A15E-C641-FFDD-5360-A7ED773F2D71}"/>
              </a:ext>
            </a:extLst>
          </p:cNvPr>
          <p:cNvSpPr>
            <a:spLocks noGrp="1"/>
          </p:cNvSpPr>
          <p:nvPr>
            <p:ph type="body" sz="quarter" idx="74" hasCustomPrompt="1"/>
          </p:nvPr>
        </p:nvSpPr>
        <p:spPr>
          <a:xfrm>
            <a:off x="5711088" y="5345613"/>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46" name="Oval 145">
            <a:extLst>
              <a:ext uri="{FF2B5EF4-FFF2-40B4-BE49-F238E27FC236}">
                <a16:creationId xmlns:a16="http://schemas.microsoft.com/office/drawing/2014/main" id="{10661D2A-48D7-38E6-6612-60B6291CD803}"/>
              </a:ext>
            </a:extLst>
          </p:cNvPr>
          <p:cNvSpPr/>
          <p:nvPr userDrawn="1"/>
        </p:nvSpPr>
        <p:spPr>
          <a:xfrm rot="10800000">
            <a:off x="7412283" y="1622868"/>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47" name="Picture Placeholder 3">
            <a:extLst>
              <a:ext uri="{FF2B5EF4-FFF2-40B4-BE49-F238E27FC236}">
                <a16:creationId xmlns:a16="http://schemas.microsoft.com/office/drawing/2014/main" id="{D76ED9A8-9B04-949F-409D-80095F82647C}"/>
              </a:ext>
            </a:extLst>
          </p:cNvPr>
          <p:cNvSpPr>
            <a:spLocks noGrp="1"/>
          </p:cNvSpPr>
          <p:nvPr>
            <p:ph type="pic" sz="quarter" idx="75" hasCustomPrompt="1"/>
          </p:nvPr>
        </p:nvSpPr>
        <p:spPr>
          <a:xfrm>
            <a:off x="7415524" y="1620000"/>
            <a:ext cx="540000" cy="540000"/>
          </a:xfrm>
          <a:prstGeom prst="ellipse">
            <a:avLst/>
          </a:prstGeom>
          <a:noFill/>
        </p:spPr>
        <p:txBody>
          <a:bodyPr>
            <a:normAutofit/>
          </a:bodyPr>
          <a:lstStyle>
            <a:lvl1pPr marL="0" indent="0" algn="ctr">
              <a:buNone/>
              <a:defRPr sz="1400"/>
            </a:lvl1pPr>
          </a:lstStyle>
          <a:p>
            <a:r>
              <a:rPr lang="fi-FI"/>
              <a:t>P</a:t>
            </a:r>
          </a:p>
        </p:txBody>
      </p:sp>
      <p:sp>
        <p:nvSpPr>
          <p:cNvPr id="148" name="Text Placeholder 18">
            <a:extLst>
              <a:ext uri="{FF2B5EF4-FFF2-40B4-BE49-F238E27FC236}">
                <a16:creationId xmlns:a16="http://schemas.microsoft.com/office/drawing/2014/main" id="{C144A8E2-E354-0964-EF03-B2365B645B67}"/>
              </a:ext>
            </a:extLst>
          </p:cNvPr>
          <p:cNvSpPr>
            <a:spLocks noGrp="1"/>
          </p:cNvSpPr>
          <p:nvPr>
            <p:ph type="body" sz="quarter" idx="76" hasCustomPrompt="1"/>
          </p:nvPr>
        </p:nvSpPr>
        <p:spPr>
          <a:xfrm>
            <a:off x="7955524" y="1620000"/>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49" name="Oval 148">
            <a:extLst>
              <a:ext uri="{FF2B5EF4-FFF2-40B4-BE49-F238E27FC236}">
                <a16:creationId xmlns:a16="http://schemas.microsoft.com/office/drawing/2014/main" id="{3D6B2C2E-B497-DACF-6978-68F3AF279AC9}"/>
              </a:ext>
            </a:extLst>
          </p:cNvPr>
          <p:cNvSpPr/>
          <p:nvPr userDrawn="1"/>
        </p:nvSpPr>
        <p:spPr>
          <a:xfrm rot="10800000">
            <a:off x="7412283" y="2371013"/>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50" name="Picture Placeholder 3">
            <a:extLst>
              <a:ext uri="{FF2B5EF4-FFF2-40B4-BE49-F238E27FC236}">
                <a16:creationId xmlns:a16="http://schemas.microsoft.com/office/drawing/2014/main" id="{AAB47591-BF37-9249-B8CC-BD8A85797FF8}"/>
              </a:ext>
            </a:extLst>
          </p:cNvPr>
          <p:cNvSpPr>
            <a:spLocks noGrp="1"/>
          </p:cNvSpPr>
          <p:nvPr>
            <p:ph type="pic" sz="quarter" idx="77" hasCustomPrompt="1"/>
          </p:nvPr>
        </p:nvSpPr>
        <p:spPr>
          <a:xfrm>
            <a:off x="7415524" y="2368145"/>
            <a:ext cx="540000" cy="540000"/>
          </a:xfrm>
          <a:prstGeom prst="ellipse">
            <a:avLst/>
          </a:prstGeom>
          <a:noFill/>
        </p:spPr>
        <p:txBody>
          <a:bodyPr>
            <a:normAutofit/>
          </a:bodyPr>
          <a:lstStyle>
            <a:lvl1pPr marL="0" indent="0" algn="ctr">
              <a:buNone/>
              <a:defRPr sz="1400"/>
            </a:lvl1pPr>
          </a:lstStyle>
          <a:p>
            <a:r>
              <a:rPr lang="fi-FI"/>
              <a:t>P</a:t>
            </a:r>
          </a:p>
        </p:txBody>
      </p:sp>
      <p:sp>
        <p:nvSpPr>
          <p:cNvPr id="151" name="Text Placeholder 18">
            <a:extLst>
              <a:ext uri="{FF2B5EF4-FFF2-40B4-BE49-F238E27FC236}">
                <a16:creationId xmlns:a16="http://schemas.microsoft.com/office/drawing/2014/main" id="{4924EC4B-783B-4071-0F61-CE036A0CAF9F}"/>
              </a:ext>
            </a:extLst>
          </p:cNvPr>
          <p:cNvSpPr>
            <a:spLocks noGrp="1"/>
          </p:cNvSpPr>
          <p:nvPr>
            <p:ph type="body" sz="quarter" idx="78" hasCustomPrompt="1"/>
          </p:nvPr>
        </p:nvSpPr>
        <p:spPr>
          <a:xfrm>
            <a:off x="7955524" y="2368145"/>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52" name="Oval 151">
            <a:extLst>
              <a:ext uri="{FF2B5EF4-FFF2-40B4-BE49-F238E27FC236}">
                <a16:creationId xmlns:a16="http://schemas.microsoft.com/office/drawing/2014/main" id="{09B186F8-EAA9-4761-8598-B61BAD32D7E6}"/>
              </a:ext>
            </a:extLst>
          </p:cNvPr>
          <p:cNvSpPr/>
          <p:nvPr userDrawn="1"/>
        </p:nvSpPr>
        <p:spPr>
          <a:xfrm rot="10800000">
            <a:off x="7412283" y="3104045"/>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53" name="Picture Placeholder 3">
            <a:extLst>
              <a:ext uri="{FF2B5EF4-FFF2-40B4-BE49-F238E27FC236}">
                <a16:creationId xmlns:a16="http://schemas.microsoft.com/office/drawing/2014/main" id="{5FC89A7F-9FEB-2F7A-6464-6968BF2CDC0B}"/>
              </a:ext>
            </a:extLst>
          </p:cNvPr>
          <p:cNvSpPr>
            <a:spLocks noGrp="1"/>
          </p:cNvSpPr>
          <p:nvPr>
            <p:ph type="pic" sz="quarter" idx="79" hasCustomPrompt="1"/>
          </p:nvPr>
        </p:nvSpPr>
        <p:spPr>
          <a:xfrm>
            <a:off x="7415524" y="3101177"/>
            <a:ext cx="540000" cy="540000"/>
          </a:xfrm>
          <a:prstGeom prst="ellipse">
            <a:avLst/>
          </a:prstGeom>
          <a:noFill/>
        </p:spPr>
        <p:txBody>
          <a:bodyPr>
            <a:normAutofit/>
          </a:bodyPr>
          <a:lstStyle>
            <a:lvl1pPr marL="0" indent="0" algn="ctr">
              <a:buNone/>
              <a:defRPr sz="1400"/>
            </a:lvl1pPr>
          </a:lstStyle>
          <a:p>
            <a:r>
              <a:rPr lang="fi-FI"/>
              <a:t>P</a:t>
            </a:r>
          </a:p>
        </p:txBody>
      </p:sp>
      <p:sp>
        <p:nvSpPr>
          <p:cNvPr id="154" name="Text Placeholder 18">
            <a:extLst>
              <a:ext uri="{FF2B5EF4-FFF2-40B4-BE49-F238E27FC236}">
                <a16:creationId xmlns:a16="http://schemas.microsoft.com/office/drawing/2014/main" id="{D2B57E35-543D-2227-1278-2ED37627BADF}"/>
              </a:ext>
            </a:extLst>
          </p:cNvPr>
          <p:cNvSpPr>
            <a:spLocks noGrp="1"/>
          </p:cNvSpPr>
          <p:nvPr>
            <p:ph type="body" sz="quarter" idx="80" hasCustomPrompt="1"/>
          </p:nvPr>
        </p:nvSpPr>
        <p:spPr>
          <a:xfrm>
            <a:off x="7955524" y="3101177"/>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55" name="Oval 154">
            <a:extLst>
              <a:ext uri="{FF2B5EF4-FFF2-40B4-BE49-F238E27FC236}">
                <a16:creationId xmlns:a16="http://schemas.microsoft.com/office/drawing/2014/main" id="{9BEB5AAD-48C1-7F2D-4C3A-C781725317F3}"/>
              </a:ext>
            </a:extLst>
          </p:cNvPr>
          <p:cNvSpPr/>
          <p:nvPr userDrawn="1"/>
        </p:nvSpPr>
        <p:spPr>
          <a:xfrm rot="10800000">
            <a:off x="7412283" y="3852190"/>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56" name="Picture Placeholder 3">
            <a:extLst>
              <a:ext uri="{FF2B5EF4-FFF2-40B4-BE49-F238E27FC236}">
                <a16:creationId xmlns:a16="http://schemas.microsoft.com/office/drawing/2014/main" id="{22097401-1FF4-1D85-EEA9-EB3E7089F25B}"/>
              </a:ext>
            </a:extLst>
          </p:cNvPr>
          <p:cNvSpPr>
            <a:spLocks noGrp="1"/>
          </p:cNvSpPr>
          <p:nvPr>
            <p:ph type="pic" sz="quarter" idx="81" hasCustomPrompt="1"/>
          </p:nvPr>
        </p:nvSpPr>
        <p:spPr>
          <a:xfrm>
            <a:off x="7415524" y="3849322"/>
            <a:ext cx="540000" cy="540000"/>
          </a:xfrm>
          <a:prstGeom prst="ellipse">
            <a:avLst/>
          </a:prstGeom>
          <a:noFill/>
        </p:spPr>
        <p:txBody>
          <a:bodyPr>
            <a:normAutofit/>
          </a:bodyPr>
          <a:lstStyle>
            <a:lvl1pPr marL="0" indent="0" algn="ctr">
              <a:buNone/>
              <a:defRPr sz="1400"/>
            </a:lvl1pPr>
          </a:lstStyle>
          <a:p>
            <a:r>
              <a:rPr lang="fi-FI"/>
              <a:t>P</a:t>
            </a:r>
          </a:p>
        </p:txBody>
      </p:sp>
      <p:sp>
        <p:nvSpPr>
          <p:cNvPr id="157" name="Text Placeholder 18">
            <a:extLst>
              <a:ext uri="{FF2B5EF4-FFF2-40B4-BE49-F238E27FC236}">
                <a16:creationId xmlns:a16="http://schemas.microsoft.com/office/drawing/2014/main" id="{2E150C6D-72A3-68E3-E2B2-CE920120AC52}"/>
              </a:ext>
            </a:extLst>
          </p:cNvPr>
          <p:cNvSpPr>
            <a:spLocks noGrp="1"/>
          </p:cNvSpPr>
          <p:nvPr>
            <p:ph type="body" sz="quarter" idx="82" hasCustomPrompt="1"/>
          </p:nvPr>
        </p:nvSpPr>
        <p:spPr>
          <a:xfrm>
            <a:off x="7955524" y="3849322"/>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58" name="Oval 157">
            <a:extLst>
              <a:ext uri="{FF2B5EF4-FFF2-40B4-BE49-F238E27FC236}">
                <a16:creationId xmlns:a16="http://schemas.microsoft.com/office/drawing/2014/main" id="{F991EA64-9533-C4A6-71AE-78806F5909C7}"/>
              </a:ext>
            </a:extLst>
          </p:cNvPr>
          <p:cNvSpPr/>
          <p:nvPr userDrawn="1"/>
        </p:nvSpPr>
        <p:spPr>
          <a:xfrm rot="10800000">
            <a:off x="7412283" y="4600336"/>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59" name="Picture Placeholder 3">
            <a:extLst>
              <a:ext uri="{FF2B5EF4-FFF2-40B4-BE49-F238E27FC236}">
                <a16:creationId xmlns:a16="http://schemas.microsoft.com/office/drawing/2014/main" id="{2D75B871-46A2-B500-BC58-0A87CF76BBE2}"/>
              </a:ext>
            </a:extLst>
          </p:cNvPr>
          <p:cNvSpPr>
            <a:spLocks noGrp="1"/>
          </p:cNvSpPr>
          <p:nvPr>
            <p:ph type="pic" sz="quarter" idx="83" hasCustomPrompt="1"/>
          </p:nvPr>
        </p:nvSpPr>
        <p:spPr>
          <a:xfrm>
            <a:off x="7415524" y="4597468"/>
            <a:ext cx="540000" cy="540000"/>
          </a:xfrm>
          <a:prstGeom prst="ellipse">
            <a:avLst/>
          </a:prstGeom>
          <a:noFill/>
        </p:spPr>
        <p:txBody>
          <a:bodyPr>
            <a:normAutofit/>
          </a:bodyPr>
          <a:lstStyle>
            <a:lvl1pPr marL="0" indent="0" algn="ctr">
              <a:buNone/>
              <a:defRPr sz="1400"/>
            </a:lvl1pPr>
          </a:lstStyle>
          <a:p>
            <a:r>
              <a:rPr lang="fi-FI"/>
              <a:t>P</a:t>
            </a:r>
          </a:p>
        </p:txBody>
      </p:sp>
      <p:sp>
        <p:nvSpPr>
          <p:cNvPr id="160" name="Text Placeholder 18">
            <a:extLst>
              <a:ext uri="{FF2B5EF4-FFF2-40B4-BE49-F238E27FC236}">
                <a16:creationId xmlns:a16="http://schemas.microsoft.com/office/drawing/2014/main" id="{19CB4B16-15C8-7DE8-C555-A08076ED58B4}"/>
              </a:ext>
            </a:extLst>
          </p:cNvPr>
          <p:cNvSpPr>
            <a:spLocks noGrp="1"/>
          </p:cNvSpPr>
          <p:nvPr>
            <p:ph type="body" sz="quarter" idx="84" hasCustomPrompt="1"/>
          </p:nvPr>
        </p:nvSpPr>
        <p:spPr>
          <a:xfrm>
            <a:off x="7955524" y="4597468"/>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61" name="Oval 160">
            <a:extLst>
              <a:ext uri="{FF2B5EF4-FFF2-40B4-BE49-F238E27FC236}">
                <a16:creationId xmlns:a16="http://schemas.microsoft.com/office/drawing/2014/main" id="{421CF4B5-21AB-C2C8-A2A0-8389A92F0783}"/>
              </a:ext>
            </a:extLst>
          </p:cNvPr>
          <p:cNvSpPr/>
          <p:nvPr userDrawn="1"/>
        </p:nvSpPr>
        <p:spPr>
          <a:xfrm rot="10800000">
            <a:off x="7412283" y="5348481"/>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62" name="Picture Placeholder 3">
            <a:extLst>
              <a:ext uri="{FF2B5EF4-FFF2-40B4-BE49-F238E27FC236}">
                <a16:creationId xmlns:a16="http://schemas.microsoft.com/office/drawing/2014/main" id="{779AAC45-3CC3-A57C-D5FA-1A0720422FA4}"/>
              </a:ext>
            </a:extLst>
          </p:cNvPr>
          <p:cNvSpPr>
            <a:spLocks noGrp="1"/>
          </p:cNvSpPr>
          <p:nvPr>
            <p:ph type="pic" sz="quarter" idx="85" hasCustomPrompt="1"/>
          </p:nvPr>
        </p:nvSpPr>
        <p:spPr>
          <a:xfrm>
            <a:off x="7415524" y="5345613"/>
            <a:ext cx="540000" cy="540000"/>
          </a:xfrm>
          <a:prstGeom prst="ellipse">
            <a:avLst/>
          </a:prstGeom>
          <a:noFill/>
        </p:spPr>
        <p:txBody>
          <a:bodyPr>
            <a:normAutofit/>
          </a:bodyPr>
          <a:lstStyle>
            <a:lvl1pPr marL="0" indent="0" algn="ctr">
              <a:buNone/>
              <a:defRPr sz="1400"/>
            </a:lvl1pPr>
          </a:lstStyle>
          <a:p>
            <a:r>
              <a:rPr lang="fi-FI"/>
              <a:t>P</a:t>
            </a:r>
          </a:p>
        </p:txBody>
      </p:sp>
      <p:sp>
        <p:nvSpPr>
          <p:cNvPr id="163" name="Text Placeholder 18">
            <a:extLst>
              <a:ext uri="{FF2B5EF4-FFF2-40B4-BE49-F238E27FC236}">
                <a16:creationId xmlns:a16="http://schemas.microsoft.com/office/drawing/2014/main" id="{0E42D982-3CAD-A5FB-040F-194411E40C57}"/>
              </a:ext>
            </a:extLst>
          </p:cNvPr>
          <p:cNvSpPr>
            <a:spLocks noGrp="1"/>
          </p:cNvSpPr>
          <p:nvPr>
            <p:ph type="body" sz="quarter" idx="86" hasCustomPrompt="1"/>
          </p:nvPr>
        </p:nvSpPr>
        <p:spPr>
          <a:xfrm>
            <a:off x="7955524" y="5345613"/>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64" name="Oval 163">
            <a:extLst>
              <a:ext uri="{FF2B5EF4-FFF2-40B4-BE49-F238E27FC236}">
                <a16:creationId xmlns:a16="http://schemas.microsoft.com/office/drawing/2014/main" id="{B4202D2D-E6F1-368E-277E-0E2A38F463BC}"/>
              </a:ext>
            </a:extLst>
          </p:cNvPr>
          <p:cNvSpPr/>
          <p:nvPr userDrawn="1"/>
        </p:nvSpPr>
        <p:spPr>
          <a:xfrm rot="10800000">
            <a:off x="9618934" y="1622868"/>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65" name="Picture Placeholder 3">
            <a:extLst>
              <a:ext uri="{FF2B5EF4-FFF2-40B4-BE49-F238E27FC236}">
                <a16:creationId xmlns:a16="http://schemas.microsoft.com/office/drawing/2014/main" id="{98EC48D7-4A97-C683-F06D-84D8BD3CA3C7}"/>
              </a:ext>
            </a:extLst>
          </p:cNvPr>
          <p:cNvSpPr>
            <a:spLocks noGrp="1"/>
          </p:cNvSpPr>
          <p:nvPr>
            <p:ph type="pic" sz="quarter" idx="87" hasCustomPrompt="1"/>
          </p:nvPr>
        </p:nvSpPr>
        <p:spPr>
          <a:xfrm>
            <a:off x="9622175" y="1620000"/>
            <a:ext cx="540000" cy="540000"/>
          </a:xfrm>
          <a:prstGeom prst="ellipse">
            <a:avLst/>
          </a:prstGeom>
          <a:noFill/>
        </p:spPr>
        <p:txBody>
          <a:bodyPr>
            <a:normAutofit/>
          </a:bodyPr>
          <a:lstStyle>
            <a:lvl1pPr marL="0" indent="0" algn="ctr">
              <a:buNone/>
              <a:defRPr sz="1400"/>
            </a:lvl1pPr>
          </a:lstStyle>
          <a:p>
            <a:r>
              <a:rPr lang="fi-FI"/>
              <a:t>P</a:t>
            </a:r>
          </a:p>
        </p:txBody>
      </p:sp>
      <p:sp>
        <p:nvSpPr>
          <p:cNvPr id="166" name="Text Placeholder 18">
            <a:extLst>
              <a:ext uri="{FF2B5EF4-FFF2-40B4-BE49-F238E27FC236}">
                <a16:creationId xmlns:a16="http://schemas.microsoft.com/office/drawing/2014/main" id="{1BF1F8C9-7B1F-691E-6B3E-F454C4EAF9E2}"/>
              </a:ext>
            </a:extLst>
          </p:cNvPr>
          <p:cNvSpPr>
            <a:spLocks noGrp="1"/>
          </p:cNvSpPr>
          <p:nvPr>
            <p:ph type="body" sz="quarter" idx="88" hasCustomPrompt="1"/>
          </p:nvPr>
        </p:nvSpPr>
        <p:spPr>
          <a:xfrm>
            <a:off x="10162175" y="1620000"/>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67" name="Oval 166">
            <a:extLst>
              <a:ext uri="{FF2B5EF4-FFF2-40B4-BE49-F238E27FC236}">
                <a16:creationId xmlns:a16="http://schemas.microsoft.com/office/drawing/2014/main" id="{BE83EF96-34F6-D130-B946-8EBD01241A40}"/>
              </a:ext>
            </a:extLst>
          </p:cNvPr>
          <p:cNvSpPr/>
          <p:nvPr userDrawn="1"/>
        </p:nvSpPr>
        <p:spPr>
          <a:xfrm rot="10800000">
            <a:off x="9618934" y="2371013"/>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68" name="Picture Placeholder 3">
            <a:extLst>
              <a:ext uri="{FF2B5EF4-FFF2-40B4-BE49-F238E27FC236}">
                <a16:creationId xmlns:a16="http://schemas.microsoft.com/office/drawing/2014/main" id="{B728005A-89FF-4D25-0991-99D03E1D4A0D}"/>
              </a:ext>
            </a:extLst>
          </p:cNvPr>
          <p:cNvSpPr>
            <a:spLocks noGrp="1"/>
          </p:cNvSpPr>
          <p:nvPr>
            <p:ph type="pic" sz="quarter" idx="89" hasCustomPrompt="1"/>
          </p:nvPr>
        </p:nvSpPr>
        <p:spPr>
          <a:xfrm>
            <a:off x="9622175" y="2368145"/>
            <a:ext cx="540000" cy="540000"/>
          </a:xfrm>
          <a:prstGeom prst="ellipse">
            <a:avLst/>
          </a:prstGeom>
          <a:noFill/>
        </p:spPr>
        <p:txBody>
          <a:bodyPr>
            <a:normAutofit/>
          </a:bodyPr>
          <a:lstStyle>
            <a:lvl1pPr marL="0" indent="0" algn="ctr">
              <a:buNone/>
              <a:defRPr sz="1400"/>
            </a:lvl1pPr>
          </a:lstStyle>
          <a:p>
            <a:r>
              <a:rPr lang="fi-FI"/>
              <a:t>P</a:t>
            </a:r>
          </a:p>
        </p:txBody>
      </p:sp>
      <p:sp>
        <p:nvSpPr>
          <p:cNvPr id="169" name="Text Placeholder 18">
            <a:extLst>
              <a:ext uri="{FF2B5EF4-FFF2-40B4-BE49-F238E27FC236}">
                <a16:creationId xmlns:a16="http://schemas.microsoft.com/office/drawing/2014/main" id="{648694D1-BDF2-B3FE-AEB9-EB5F7DF60707}"/>
              </a:ext>
            </a:extLst>
          </p:cNvPr>
          <p:cNvSpPr>
            <a:spLocks noGrp="1"/>
          </p:cNvSpPr>
          <p:nvPr>
            <p:ph type="body" sz="quarter" idx="90" hasCustomPrompt="1"/>
          </p:nvPr>
        </p:nvSpPr>
        <p:spPr>
          <a:xfrm>
            <a:off x="10162175" y="2368145"/>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70" name="Oval 169">
            <a:extLst>
              <a:ext uri="{FF2B5EF4-FFF2-40B4-BE49-F238E27FC236}">
                <a16:creationId xmlns:a16="http://schemas.microsoft.com/office/drawing/2014/main" id="{DEB06E3B-7287-24F4-8BE5-8F72F83C4B3F}"/>
              </a:ext>
            </a:extLst>
          </p:cNvPr>
          <p:cNvSpPr/>
          <p:nvPr userDrawn="1"/>
        </p:nvSpPr>
        <p:spPr>
          <a:xfrm rot="10800000">
            <a:off x="9618934" y="3104045"/>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71" name="Picture Placeholder 3">
            <a:extLst>
              <a:ext uri="{FF2B5EF4-FFF2-40B4-BE49-F238E27FC236}">
                <a16:creationId xmlns:a16="http://schemas.microsoft.com/office/drawing/2014/main" id="{CA462896-7A0E-A2C5-6094-BD7746FCB8B1}"/>
              </a:ext>
            </a:extLst>
          </p:cNvPr>
          <p:cNvSpPr>
            <a:spLocks noGrp="1"/>
          </p:cNvSpPr>
          <p:nvPr>
            <p:ph type="pic" sz="quarter" idx="91" hasCustomPrompt="1"/>
          </p:nvPr>
        </p:nvSpPr>
        <p:spPr>
          <a:xfrm>
            <a:off x="9622175" y="3101177"/>
            <a:ext cx="540000" cy="540000"/>
          </a:xfrm>
          <a:prstGeom prst="ellipse">
            <a:avLst/>
          </a:prstGeom>
          <a:noFill/>
        </p:spPr>
        <p:txBody>
          <a:bodyPr>
            <a:normAutofit/>
          </a:bodyPr>
          <a:lstStyle>
            <a:lvl1pPr marL="0" indent="0" algn="ctr">
              <a:buNone/>
              <a:defRPr sz="1400"/>
            </a:lvl1pPr>
          </a:lstStyle>
          <a:p>
            <a:r>
              <a:rPr lang="fi-FI"/>
              <a:t>P</a:t>
            </a:r>
          </a:p>
        </p:txBody>
      </p:sp>
      <p:sp>
        <p:nvSpPr>
          <p:cNvPr id="172" name="Text Placeholder 18">
            <a:extLst>
              <a:ext uri="{FF2B5EF4-FFF2-40B4-BE49-F238E27FC236}">
                <a16:creationId xmlns:a16="http://schemas.microsoft.com/office/drawing/2014/main" id="{1D843DE0-70CE-7CC9-CC6E-C971A08D65A8}"/>
              </a:ext>
            </a:extLst>
          </p:cNvPr>
          <p:cNvSpPr>
            <a:spLocks noGrp="1"/>
          </p:cNvSpPr>
          <p:nvPr>
            <p:ph type="body" sz="quarter" idx="92" hasCustomPrompt="1"/>
          </p:nvPr>
        </p:nvSpPr>
        <p:spPr>
          <a:xfrm>
            <a:off x="10162175" y="3101177"/>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73" name="Oval 172">
            <a:extLst>
              <a:ext uri="{FF2B5EF4-FFF2-40B4-BE49-F238E27FC236}">
                <a16:creationId xmlns:a16="http://schemas.microsoft.com/office/drawing/2014/main" id="{FEDEFC9A-745A-45E1-0BF3-3447C6FC47FC}"/>
              </a:ext>
            </a:extLst>
          </p:cNvPr>
          <p:cNvSpPr/>
          <p:nvPr userDrawn="1"/>
        </p:nvSpPr>
        <p:spPr>
          <a:xfrm rot="10800000">
            <a:off x="9618934" y="3852190"/>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74" name="Picture Placeholder 3">
            <a:extLst>
              <a:ext uri="{FF2B5EF4-FFF2-40B4-BE49-F238E27FC236}">
                <a16:creationId xmlns:a16="http://schemas.microsoft.com/office/drawing/2014/main" id="{4F320928-EF52-061D-9E1E-3C68D21D5220}"/>
              </a:ext>
            </a:extLst>
          </p:cNvPr>
          <p:cNvSpPr>
            <a:spLocks noGrp="1"/>
          </p:cNvSpPr>
          <p:nvPr>
            <p:ph type="pic" sz="quarter" idx="93" hasCustomPrompt="1"/>
          </p:nvPr>
        </p:nvSpPr>
        <p:spPr>
          <a:xfrm>
            <a:off x="9622175" y="3849322"/>
            <a:ext cx="540000" cy="540000"/>
          </a:xfrm>
          <a:prstGeom prst="ellipse">
            <a:avLst/>
          </a:prstGeom>
          <a:noFill/>
        </p:spPr>
        <p:txBody>
          <a:bodyPr>
            <a:normAutofit/>
          </a:bodyPr>
          <a:lstStyle>
            <a:lvl1pPr marL="0" indent="0" algn="ctr">
              <a:buNone/>
              <a:defRPr sz="1400"/>
            </a:lvl1pPr>
          </a:lstStyle>
          <a:p>
            <a:r>
              <a:rPr lang="fi-FI"/>
              <a:t>P</a:t>
            </a:r>
          </a:p>
        </p:txBody>
      </p:sp>
      <p:sp>
        <p:nvSpPr>
          <p:cNvPr id="175" name="Text Placeholder 18">
            <a:extLst>
              <a:ext uri="{FF2B5EF4-FFF2-40B4-BE49-F238E27FC236}">
                <a16:creationId xmlns:a16="http://schemas.microsoft.com/office/drawing/2014/main" id="{D799D8E1-9FC3-D524-E088-C0156AA4259D}"/>
              </a:ext>
            </a:extLst>
          </p:cNvPr>
          <p:cNvSpPr>
            <a:spLocks noGrp="1"/>
          </p:cNvSpPr>
          <p:nvPr>
            <p:ph type="body" sz="quarter" idx="94" hasCustomPrompt="1"/>
          </p:nvPr>
        </p:nvSpPr>
        <p:spPr>
          <a:xfrm>
            <a:off x="10162175" y="3849322"/>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76" name="Oval 175">
            <a:extLst>
              <a:ext uri="{FF2B5EF4-FFF2-40B4-BE49-F238E27FC236}">
                <a16:creationId xmlns:a16="http://schemas.microsoft.com/office/drawing/2014/main" id="{C7342C9C-F401-9F4A-E788-F2800E6EBB18}"/>
              </a:ext>
            </a:extLst>
          </p:cNvPr>
          <p:cNvSpPr/>
          <p:nvPr userDrawn="1"/>
        </p:nvSpPr>
        <p:spPr>
          <a:xfrm rot="10800000">
            <a:off x="9618934" y="4600336"/>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77" name="Picture Placeholder 3">
            <a:extLst>
              <a:ext uri="{FF2B5EF4-FFF2-40B4-BE49-F238E27FC236}">
                <a16:creationId xmlns:a16="http://schemas.microsoft.com/office/drawing/2014/main" id="{92585483-3314-C3BC-E562-C6D80AE2D81A}"/>
              </a:ext>
            </a:extLst>
          </p:cNvPr>
          <p:cNvSpPr>
            <a:spLocks noGrp="1"/>
          </p:cNvSpPr>
          <p:nvPr>
            <p:ph type="pic" sz="quarter" idx="95" hasCustomPrompt="1"/>
          </p:nvPr>
        </p:nvSpPr>
        <p:spPr>
          <a:xfrm>
            <a:off x="9622175" y="4597468"/>
            <a:ext cx="540000" cy="540000"/>
          </a:xfrm>
          <a:prstGeom prst="ellipse">
            <a:avLst/>
          </a:prstGeom>
          <a:noFill/>
        </p:spPr>
        <p:txBody>
          <a:bodyPr>
            <a:normAutofit/>
          </a:bodyPr>
          <a:lstStyle>
            <a:lvl1pPr marL="0" indent="0" algn="ctr">
              <a:buNone/>
              <a:defRPr sz="1400"/>
            </a:lvl1pPr>
          </a:lstStyle>
          <a:p>
            <a:r>
              <a:rPr lang="fi-FI"/>
              <a:t>P</a:t>
            </a:r>
          </a:p>
        </p:txBody>
      </p:sp>
      <p:sp>
        <p:nvSpPr>
          <p:cNvPr id="178" name="Text Placeholder 18">
            <a:extLst>
              <a:ext uri="{FF2B5EF4-FFF2-40B4-BE49-F238E27FC236}">
                <a16:creationId xmlns:a16="http://schemas.microsoft.com/office/drawing/2014/main" id="{950EEBFD-4428-EF44-EC2A-7B45446C8EB0}"/>
              </a:ext>
            </a:extLst>
          </p:cNvPr>
          <p:cNvSpPr>
            <a:spLocks noGrp="1"/>
          </p:cNvSpPr>
          <p:nvPr>
            <p:ph type="body" sz="quarter" idx="96" hasCustomPrompt="1"/>
          </p:nvPr>
        </p:nvSpPr>
        <p:spPr>
          <a:xfrm>
            <a:off x="10162175" y="4597468"/>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79" name="Oval 178">
            <a:extLst>
              <a:ext uri="{FF2B5EF4-FFF2-40B4-BE49-F238E27FC236}">
                <a16:creationId xmlns:a16="http://schemas.microsoft.com/office/drawing/2014/main" id="{C9A0EC3D-F352-4BC1-4C98-959F0C4CFE08}"/>
              </a:ext>
            </a:extLst>
          </p:cNvPr>
          <p:cNvSpPr/>
          <p:nvPr userDrawn="1"/>
        </p:nvSpPr>
        <p:spPr>
          <a:xfrm rot="10800000">
            <a:off x="9618934" y="5348481"/>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80" name="Picture Placeholder 3">
            <a:extLst>
              <a:ext uri="{FF2B5EF4-FFF2-40B4-BE49-F238E27FC236}">
                <a16:creationId xmlns:a16="http://schemas.microsoft.com/office/drawing/2014/main" id="{38B26246-770B-F0D3-4E95-FEC3726EA5AD}"/>
              </a:ext>
            </a:extLst>
          </p:cNvPr>
          <p:cNvSpPr>
            <a:spLocks noGrp="1"/>
          </p:cNvSpPr>
          <p:nvPr>
            <p:ph type="pic" sz="quarter" idx="97" hasCustomPrompt="1"/>
          </p:nvPr>
        </p:nvSpPr>
        <p:spPr>
          <a:xfrm>
            <a:off x="9622175" y="5345613"/>
            <a:ext cx="540000" cy="540000"/>
          </a:xfrm>
          <a:prstGeom prst="ellipse">
            <a:avLst/>
          </a:prstGeom>
          <a:noFill/>
        </p:spPr>
        <p:txBody>
          <a:bodyPr>
            <a:normAutofit/>
          </a:bodyPr>
          <a:lstStyle>
            <a:lvl1pPr marL="0" indent="0" algn="ctr">
              <a:buNone/>
              <a:defRPr sz="1400"/>
            </a:lvl1pPr>
          </a:lstStyle>
          <a:p>
            <a:r>
              <a:rPr lang="fi-FI"/>
              <a:t>P</a:t>
            </a:r>
          </a:p>
        </p:txBody>
      </p:sp>
      <p:sp>
        <p:nvSpPr>
          <p:cNvPr id="181" name="Text Placeholder 18">
            <a:extLst>
              <a:ext uri="{FF2B5EF4-FFF2-40B4-BE49-F238E27FC236}">
                <a16:creationId xmlns:a16="http://schemas.microsoft.com/office/drawing/2014/main" id="{289CCB76-2FBF-2D6B-5BAF-5F30C724A3F4}"/>
              </a:ext>
            </a:extLst>
          </p:cNvPr>
          <p:cNvSpPr>
            <a:spLocks noGrp="1"/>
          </p:cNvSpPr>
          <p:nvPr>
            <p:ph type="body" sz="quarter" idx="98" hasCustomPrompt="1"/>
          </p:nvPr>
        </p:nvSpPr>
        <p:spPr>
          <a:xfrm>
            <a:off x="10162175" y="5345613"/>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pic>
        <p:nvPicPr>
          <p:cNvPr id="3" name="Picture 2" descr="A picture containing computer, dark&#10;&#10;Description automatically generated">
            <a:extLst>
              <a:ext uri="{FF2B5EF4-FFF2-40B4-BE49-F238E27FC236}">
                <a16:creationId xmlns:a16="http://schemas.microsoft.com/office/drawing/2014/main" id="{7338131A-041E-77AC-E2C5-4943F51839E3}"/>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023367" y="6478171"/>
            <a:ext cx="1010795" cy="249189"/>
          </a:xfrm>
          <a:prstGeom prst="rect">
            <a:avLst/>
          </a:prstGeom>
        </p:spPr>
      </p:pic>
    </p:spTree>
    <p:extLst>
      <p:ext uri="{BB962C8B-B14F-4D97-AF65-F5344CB8AC3E}">
        <p14:creationId xmlns:p14="http://schemas.microsoft.com/office/powerpoint/2010/main" val="39606584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blank" preserve="1">
  <p:cSld name="Light: Zure Logo">
    <p:spTree>
      <p:nvGrpSpPr>
        <p:cNvPr id="1" name=""/>
        <p:cNvGrpSpPr/>
        <p:nvPr/>
      </p:nvGrpSpPr>
      <p:grpSpPr>
        <a:xfrm>
          <a:off x="0" y="0"/>
          <a:ext cx="0" cy="0"/>
          <a:chOff x="0" y="0"/>
          <a:chExt cx="0" cy="0"/>
        </a:xfrm>
      </p:grpSpPr>
      <p:pic>
        <p:nvPicPr>
          <p:cNvPr id="2" name="Picture 1" descr="A picture containing computer, dark&#10;&#10;Description automatically generated">
            <a:extLst>
              <a:ext uri="{FF2B5EF4-FFF2-40B4-BE49-F238E27FC236}">
                <a16:creationId xmlns:a16="http://schemas.microsoft.com/office/drawing/2014/main" id="{ECADDADC-EB4D-5B16-34B7-185A27CE11D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381499" y="3006566"/>
            <a:ext cx="3429003" cy="845344"/>
          </a:xfrm>
          <a:prstGeom prst="rect">
            <a:avLst/>
          </a:prstGeom>
        </p:spPr>
      </p:pic>
    </p:spTree>
    <p:extLst>
      <p:ext uri="{BB962C8B-B14F-4D97-AF65-F5344CB8AC3E}">
        <p14:creationId xmlns:p14="http://schemas.microsoft.com/office/powerpoint/2010/main" val="31183488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Light: Text">
    <p:spTree>
      <p:nvGrpSpPr>
        <p:cNvPr id="1" name=""/>
        <p:cNvGrpSpPr/>
        <p:nvPr/>
      </p:nvGrpSpPr>
      <p:grpSpPr>
        <a:xfrm>
          <a:off x="0" y="0"/>
          <a:ext cx="0" cy="0"/>
          <a:chOff x="0" y="0"/>
          <a:chExt cx="0" cy="0"/>
        </a:xfrm>
      </p:grpSpPr>
      <p:pic>
        <p:nvPicPr>
          <p:cNvPr id="2" name="Picture 1" descr="A picture containing computer, dark&#10;&#10;Description automatically generated">
            <a:extLst>
              <a:ext uri="{FF2B5EF4-FFF2-40B4-BE49-F238E27FC236}">
                <a16:creationId xmlns:a16="http://schemas.microsoft.com/office/drawing/2014/main" id="{929CE785-C465-2D06-9112-48B325B9AEC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023367" y="6478171"/>
            <a:ext cx="1010795" cy="249189"/>
          </a:xfrm>
          <a:prstGeom prst="rect">
            <a:avLst/>
          </a:prstGeom>
        </p:spPr>
      </p:pic>
      <p:sp>
        <p:nvSpPr>
          <p:cNvPr id="7" name="Title 1">
            <a:extLst>
              <a:ext uri="{FF2B5EF4-FFF2-40B4-BE49-F238E27FC236}">
                <a16:creationId xmlns:a16="http://schemas.microsoft.com/office/drawing/2014/main" id="{57E6812E-EA6B-2B28-FC91-4ACF244F66E1}"/>
              </a:ext>
            </a:extLst>
          </p:cNvPr>
          <p:cNvSpPr>
            <a:spLocks noGrp="1"/>
          </p:cNvSpPr>
          <p:nvPr>
            <p:ph type="title" hasCustomPrompt="1"/>
          </p:nvPr>
        </p:nvSpPr>
        <p:spPr>
          <a:xfrm>
            <a:off x="720000" y="360000"/>
            <a:ext cx="10753200" cy="1080000"/>
          </a:xfrm>
          <a:prstGeom prst="rect">
            <a:avLst/>
          </a:prstGeom>
        </p:spPr>
        <p:txBody>
          <a:bodyPr/>
          <a:lstStyle/>
          <a:p>
            <a:r>
              <a:rPr lang="en-US"/>
              <a:t>Click to edit title</a:t>
            </a:r>
            <a:endParaRPr lang="fi-FI"/>
          </a:p>
        </p:txBody>
      </p:sp>
      <p:sp>
        <p:nvSpPr>
          <p:cNvPr id="8" name="Content Placeholder 11">
            <a:extLst>
              <a:ext uri="{FF2B5EF4-FFF2-40B4-BE49-F238E27FC236}">
                <a16:creationId xmlns:a16="http://schemas.microsoft.com/office/drawing/2014/main" id="{8100E016-10B3-721C-AF23-04583F68999D}"/>
              </a:ext>
            </a:extLst>
          </p:cNvPr>
          <p:cNvSpPr>
            <a:spLocks noGrp="1"/>
          </p:cNvSpPr>
          <p:nvPr>
            <p:ph sz="quarter" idx="14" hasCustomPrompt="1"/>
          </p:nvPr>
        </p:nvSpPr>
        <p:spPr>
          <a:xfrm>
            <a:off x="720000" y="1620000"/>
            <a:ext cx="10752863" cy="4140000"/>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17800228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Dark: Blob 4">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8FA58AB-891C-F549-BE0B-E1447AA80211}"/>
              </a:ext>
            </a:extLst>
          </p:cNvPr>
          <p:cNvSpPr>
            <a:spLocks noGrp="1"/>
          </p:cNvSpPr>
          <p:nvPr>
            <p:ph type="title" hasCustomPrompt="1"/>
          </p:nvPr>
        </p:nvSpPr>
        <p:spPr>
          <a:xfrm>
            <a:off x="719999" y="360000"/>
            <a:ext cx="6839041" cy="1080000"/>
          </a:xfrm>
          <a:prstGeom prst="rect">
            <a:avLst/>
          </a:prstGeom>
        </p:spPr>
        <p:txBody>
          <a:bodyPr/>
          <a:lstStyle>
            <a:lvl1pPr>
              <a:lnSpc>
                <a:spcPct val="90000"/>
              </a:lnSpc>
              <a:defRPr/>
            </a:lvl1pPr>
          </a:lstStyle>
          <a:p>
            <a:r>
              <a:rPr lang="en-US"/>
              <a:t>Click to edit title</a:t>
            </a:r>
            <a:endParaRPr lang="fi-FI"/>
          </a:p>
        </p:txBody>
      </p:sp>
      <p:sp>
        <p:nvSpPr>
          <p:cNvPr id="10" name="Content Placeholder 9">
            <a:extLst>
              <a:ext uri="{FF2B5EF4-FFF2-40B4-BE49-F238E27FC236}">
                <a16:creationId xmlns:a16="http://schemas.microsoft.com/office/drawing/2014/main" id="{70EDF826-82C4-AF40-B123-47F791ADDD13}"/>
              </a:ext>
            </a:extLst>
          </p:cNvPr>
          <p:cNvSpPr>
            <a:spLocks noGrp="1"/>
          </p:cNvSpPr>
          <p:nvPr>
            <p:ph sz="quarter" idx="15" hasCustomPrompt="1"/>
          </p:nvPr>
        </p:nvSpPr>
        <p:spPr>
          <a:xfrm>
            <a:off x="719950" y="1620000"/>
            <a:ext cx="6839090" cy="4140000"/>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fi-FI"/>
          </a:p>
        </p:txBody>
      </p:sp>
      <p:grpSp>
        <p:nvGrpSpPr>
          <p:cNvPr id="5" name="Group 4">
            <a:extLst>
              <a:ext uri="{FF2B5EF4-FFF2-40B4-BE49-F238E27FC236}">
                <a16:creationId xmlns:a16="http://schemas.microsoft.com/office/drawing/2014/main" id="{35FBAC37-3222-E634-A15B-8FF5729F3AA9}"/>
              </a:ext>
            </a:extLst>
          </p:cNvPr>
          <p:cNvGrpSpPr/>
          <p:nvPr userDrawn="1"/>
        </p:nvGrpSpPr>
        <p:grpSpPr>
          <a:xfrm>
            <a:off x="7787951" y="-2"/>
            <a:ext cx="4404049" cy="6865625"/>
            <a:chOff x="7787951" y="-2"/>
            <a:chExt cx="4404049" cy="6865625"/>
          </a:xfrm>
        </p:grpSpPr>
        <p:pic>
          <p:nvPicPr>
            <p:cNvPr id="4" name="Picture 3" descr="Shape, rectangle&#10;&#10;Description automatically generated">
              <a:extLst>
                <a:ext uri="{FF2B5EF4-FFF2-40B4-BE49-F238E27FC236}">
                  <a16:creationId xmlns:a16="http://schemas.microsoft.com/office/drawing/2014/main" id="{F4C0E2BA-975F-408B-E933-9498F8F42A01}"/>
                </a:ext>
              </a:extLst>
            </p:cNvPr>
            <p:cNvPicPr>
              <a:picLocks noChangeAspect="1"/>
            </p:cNvPicPr>
            <p:nvPr userDrawn="1"/>
          </p:nvPicPr>
          <p:blipFill>
            <a:blip r:embed="rId2" cstate="screen">
              <a:alphaModFix amt="50000"/>
              <a:extLst>
                <a:ext uri="{28A0092B-C50C-407E-A947-70E740481C1C}">
                  <a14:useLocalDpi xmlns:a14="http://schemas.microsoft.com/office/drawing/2010/main"/>
                </a:ext>
              </a:extLst>
            </a:blip>
            <a:stretch>
              <a:fillRect/>
            </a:stretch>
          </p:blipFill>
          <p:spPr>
            <a:xfrm rot="10800000">
              <a:off x="7787951" y="7636"/>
              <a:ext cx="4404049" cy="6857987"/>
            </a:xfrm>
            <a:prstGeom prst="rect">
              <a:avLst/>
            </a:prstGeom>
          </p:spPr>
        </p:pic>
        <p:pic>
          <p:nvPicPr>
            <p:cNvPr id="9" name="Picture 8" descr="A red circle with a black background&#10;&#10;Description automatically generated with low confidence">
              <a:extLst>
                <a:ext uri="{FF2B5EF4-FFF2-40B4-BE49-F238E27FC236}">
                  <a16:creationId xmlns:a16="http://schemas.microsoft.com/office/drawing/2014/main" id="{318BAACE-0782-7785-2BC4-9E3F1699D91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rot="10800000">
              <a:off x="8189770" y="-2"/>
              <a:ext cx="4002229" cy="4869001"/>
            </a:xfrm>
            <a:prstGeom prst="rect">
              <a:avLst/>
            </a:prstGeom>
          </p:spPr>
        </p:pic>
      </p:grpSp>
      <p:pic>
        <p:nvPicPr>
          <p:cNvPr id="3" name="Picture 2">
            <a:extLst>
              <a:ext uri="{FF2B5EF4-FFF2-40B4-BE49-F238E27FC236}">
                <a16:creationId xmlns:a16="http://schemas.microsoft.com/office/drawing/2014/main" id="{8FB13B8F-64DE-028B-F098-5EE0AA8D8CAE}"/>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11039525" y="6478173"/>
            <a:ext cx="1010226" cy="249189"/>
          </a:xfrm>
          <a:prstGeom prst="rect">
            <a:avLst/>
          </a:prstGeom>
        </p:spPr>
      </p:pic>
    </p:spTree>
    <p:extLst>
      <p:ext uri="{BB962C8B-B14F-4D97-AF65-F5344CB8AC3E}">
        <p14:creationId xmlns:p14="http://schemas.microsoft.com/office/powerpoint/2010/main" val="81733934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Dark: Title">
    <p:spTree>
      <p:nvGrpSpPr>
        <p:cNvPr id="1" name=""/>
        <p:cNvGrpSpPr/>
        <p:nvPr/>
      </p:nvGrpSpPr>
      <p:grpSpPr>
        <a:xfrm>
          <a:off x="0" y="0"/>
          <a:ext cx="0" cy="0"/>
          <a:chOff x="0" y="0"/>
          <a:chExt cx="0" cy="0"/>
        </a:xfrm>
      </p:grpSpPr>
      <p:pic>
        <p:nvPicPr>
          <p:cNvPr id="18" name="Picture 17" descr="Background pattern&#10;&#10;Description automatically generated">
            <a:extLst>
              <a:ext uri="{FF2B5EF4-FFF2-40B4-BE49-F238E27FC236}">
                <a16:creationId xmlns:a16="http://schemas.microsoft.com/office/drawing/2014/main" id="{5A469B4A-AAB8-3905-9D7A-E02B76F10675}"/>
              </a:ext>
            </a:extLst>
          </p:cNvPr>
          <p:cNvPicPr>
            <a:picLocks noChangeAspect="1"/>
          </p:cNvPicPr>
          <p:nvPr userDrawn="1"/>
        </p:nvPicPr>
        <p:blipFill>
          <a:blip r:embed="rId2" cstate="screen">
            <a:alphaModFix amt="35000"/>
            <a:extLst>
              <a:ext uri="{28A0092B-C50C-407E-A947-70E740481C1C}">
                <a14:useLocalDpi xmlns:a14="http://schemas.microsoft.com/office/drawing/2010/main"/>
              </a:ext>
            </a:extLst>
          </a:blip>
          <a:stretch>
            <a:fillRect/>
          </a:stretch>
        </p:blipFill>
        <p:spPr>
          <a:xfrm>
            <a:off x="0" y="-4999"/>
            <a:ext cx="12192002" cy="3108983"/>
          </a:xfrm>
          <a:prstGeom prst="rect">
            <a:avLst/>
          </a:prstGeom>
        </p:spPr>
      </p:pic>
      <p:pic>
        <p:nvPicPr>
          <p:cNvPr id="3" name="Picture 2" descr="A picture containing light&#10;&#10;Description automatically generated">
            <a:extLst>
              <a:ext uri="{FF2B5EF4-FFF2-40B4-BE49-F238E27FC236}">
                <a16:creationId xmlns:a16="http://schemas.microsoft.com/office/drawing/2014/main" id="{48428833-1084-247F-6E9E-FEF735413FC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rot="10800000">
            <a:off x="8071422" y="-3"/>
            <a:ext cx="4120578" cy="4200425"/>
          </a:xfrm>
          <a:prstGeom prst="rect">
            <a:avLst/>
          </a:prstGeom>
        </p:spPr>
      </p:pic>
      <p:pic>
        <p:nvPicPr>
          <p:cNvPr id="4" name="Picture 3" descr="A picture containing light&#10;&#10;Description automatically generated">
            <a:extLst>
              <a:ext uri="{FF2B5EF4-FFF2-40B4-BE49-F238E27FC236}">
                <a16:creationId xmlns:a16="http://schemas.microsoft.com/office/drawing/2014/main" id="{6AB5E85B-9EA7-D5B3-0ED8-DD7F0892A4DD}"/>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rot="10800000">
            <a:off x="-1" y="-2"/>
            <a:ext cx="2389067" cy="4789567"/>
          </a:xfrm>
          <a:prstGeom prst="rect">
            <a:avLst/>
          </a:prstGeom>
        </p:spPr>
      </p:pic>
      <p:sp>
        <p:nvSpPr>
          <p:cNvPr id="2" name="Title 1">
            <a:extLst>
              <a:ext uri="{FF2B5EF4-FFF2-40B4-BE49-F238E27FC236}">
                <a16:creationId xmlns:a16="http://schemas.microsoft.com/office/drawing/2014/main" id="{DD4566CE-FA0B-524E-8756-8962A82C2D36}"/>
              </a:ext>
            </a:extLst>
          </p:cNvPr>
          <p:cNvSpPr>
            <a:spLocks noGrp="1"/>
          </p:cNvSpPr>
          <p:nvPr>
            <p:ph type="ctrTitle" hasCustomPrompt="1"/>
          </p:nvPr>
        </p:nvSpPr>
        <p:spPr>
          <a:xfrm>
            <a:off x="720000" y="719999"/>
            <a:ext cx="10753200" cy="4680000"/>
          </a:xfrm>
          <a:prstGeom prst="rect">
            <a:avLst/>
          </a:prstGeom>
        </p:spPr>
        <p:txBody>
          <a:bodyPr anchor="ctr">
            <a:normAutofit/>
          </a:bodyPr>
          <a:lstStyle>
            <a:lvl1pPr algn="ctr">
              <a:defRPr sz="6400"/>
            </a:lvl1pPr>
          </a:lstStyle>
          <a:p>
            <a:r>
              <a:rPr lang="en-US"/>
              <a:t>Click to edit title</a:t>
            </a:r>
            <a:endParaRPr lang="fi-FI"/>
          </a:p>
        </p:txBody>
      </p:sp>
      <p:pic>
        <p:nvPicPr>
          <p:cNvPr id="10" name="Picture 9">
            <a:extLst>
              <a:ext uri="{FF2B5EF4-FFF2-40B4-BE49-F238E27FC236}">
                <a16:creationId xmlns:a16="http://schemas.microsoft.com/office/drawing/2014/main" id="{ADFC7C97-9287-D7BA-1D8A-484B4DAE2110}"/>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11039525" y="6478173"/>
            <a:ext cx="1010226" cy="249189"/>
          </a:xfrm>
          <a:prstGeom prst="rect">
            <a:avLst/>
          </a:prstGeom>
        </p:spPr>
      </p:pic>
    </p:spTree>
    <p:extLst>
      <p:ext uri="{BB962C8B-B14F-4D97-AF65-F5344CB8AC3E}">
        <p14:creationId xmlns:p14="http://schemas.microsoft.com/office/powerpoint/2010/main" val="427170598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Dark: Title and Subtitle">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0C7C5DFF-6632-8EAD-DCBD-5855039BDB28}"/>
              </a:ext>
            </a:extLst>
          </p:cNvPr>
          <p:cNvPicPr>
            <a:picLocks noChangeAspect="1"/>
          </p:cNvPicPr>
          <p:nvPr userDrawn="1"/>
        </p:nvPicPr>
        <p:blipFill>
          <a:blip r:embed="rId2" cstate="screen">
            <a:alphaModFix amt="35000"/>
            <a:extLst>
              <a:ext uri="{28A0092B-C50C-407E-A947-70E740481C1C}">
                <a14:useLocalDpi xmlns:a14="http://schemas.microsoft.com/office/drawing/2010/main"/>
              </a:ext>
            </a:extLst>
          </a:blip>
          <a:stretch>
            <a:fillRect/>
          </a:stretch>
        </p:blipFill>
        <p:spPr>
          <a:xfrm>
            <a:off x="0" y="-4999"/>
            <a:ext cx="12192002" cy="3108983"/>
          </a:xfrm>
          <a:prstGeom prst="rect">
            <a:avLst/>
          </a:prstGeom>
        </p:spPr>
      </p:pic>
      <p:pic>
        <p:nvPicPr>
          <p:cNvPr id="4" name="Picture 3" descr="A picture containing light&#10;&#10;Description automatically generated">
            <a:extLst>
              <a:ext uri="{FF2B5EF4-FFF2-40B4-BE49-F238E27FC236}">
                <a16:creationId xmlns:a16="http://schemas.microsoft.com/office/drawing/2014/main" id="{19B2B531-A85C-1035-7033-00CDEF96C4D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rot="10800000">
            <a:off x="8071422" y="-3"/>
            <a:ext cx="4120578" cy="4200425"/>
          </a:xfrm>
          <a:prstGeom prst="rect">
            <a:avLst/>
          </a:prstGeom>
        </p:spPr>
      </p:pic>
      <p:pic>
        <p:nvPicPr>
          <p:cNvPr id="5" name="Picture 4" descr="A picture containing light&#10;&#10;Description automatically generated">
            <a:extLst>
              <a:ext uri="{FF2B5EF4-FFF2-40B4-BE49-F238E27FC236}">
                <a16:creationId xmlns:a16="http://schemas.microsoft.com/office/drawing/2014/main" id="{532AD4B6-9410-78F4-5CF2-497B6F556BC5}"/>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rot="10800000">
            <a:off x="-1" y="-2"/>
            <a:ext cx="2389067" cy="4789567"/>
          </a:xfrm>
          <a:prstGeom prst="rect">
            <a:avLst/>
          </a:prstGeom>
        </p:spPr>
      </p:pic>
      <p:sp>
        <p:nvSpPr>
          <p:cNvPr id="2" name="Title 1">
            <a:extLst>
              <a:ext uri="{FF2B5EF4-FFF2-40B4-BE49-F238E27FC236}">
                <a16:creationId xmlns:a16="http://schemas.microsoft.com/office/drawing/2014/main" id="{DD4566CE-FA0B-524E-8756-8962A82C2D36}"/>
              </a:ext>
            </a:extLst>
          </p:cNvPr>
          <p:cNvSpPr>
            <a:spLocks noGrp="1"/>
          </p:cNvSpPr>
          <p:nvPr>
            <p:ph type="ctrTitle" hasCustomPrompt="1"/>
          </p:nvPr>
        </p:nvSpPr>
        <p:spPr>
          <a:xfrm>
            <a:off x="720000" y="360000"/>
            <a:ext cx="10753200" cy="3060000"/>
          </a:xfrm>
          <a:prstGeom prst="rect">
            <a:avLst/>
          </a:prstGeom>
        </p:spPr>
        <p:txBody>
          <a:bodyPr anchor="b">
            <a:normAutofit/>
          </a:bodyPr>
          <a:lstStyle>
            <a:lvl1pPr algn="ctr">
              <a:defRPr sz="6400"/>
            </a:lvl1pPr>
          </a:lstStyle>
          <a:p>
            <a:r>
              <a:rPr lang="en-US"/>
              <a:t>Click to edit title</a:t>
            </a:r>
            <a:endParaRPr lang="fi-FI"/>
          </a:p>
        </p:txBody>
      </p:sp>
      <p:sp>
        <p:nvSpPr>
          <p:cNvPr id="10" name="Text Placeholder 9">
            <a:extLst>
              <a:ext uri="{FF2B5EF4-FFF2-40B4-BE49-F238E27FC236}">
                <a16:creationId xmlns:a16="http://schemas.microsoft.com/office/drawing/2014/main" id="{74548EA6-2912-8742-8424-B4C74BA88D0D}"/>
              </a:ext>
            </a:extLst>
          </p:cNvPr>
          <p:cNvSpPr>
            <a:spLocks noGrp="1"/>
          </p:cNvSpPr>
          <p:nvPr>
            <p:ph type="body" sz="quarter" idx="13" hasCustomPrompt="1"/>
          </p:nvPr>
        </p:nvSpPr>
        <p:spPr>
          <a:xfrm>
            <a:off x="720000" y="3600000"/>
            <a:ext cx="10753200" cy="2160000"/>
          </a:xfrm>
        </p:spPr>
        <p:txBody>
          <a:bodyPr>
            <a:noAutofit/>
          </a:bodyPr>
          <a:lstStyle>
            <a:lvl1pPr marL="0" indent="0" algn="ctr">
              <a:buNone/>
              <a:defRPr sz="2400">
                <a:solidFill>
                  <a:srgbClr val="8C8C8C"/>
                </a:solidFill>
              </a:defRPr>
            </a:lvl1pPr>
            <a:lvl2pPr algn="ctr">
              <a:defRPr sz="3600"/>
            </a:lvl2pPr>
            <a:lvl3pPr algn="ctr">
              <a:defRPr sz="3600"/>
            </a:lvl3pPr>
            <a:lvl4pPr algn="ctr">
              <a:defRPr sz="3600"/>
            </a:lvl4pPr>
            <a:lvl5pPr algn="ctr">
              <a:defRPr sz="3600"/>
            </a:lvl5pPr>
          </a:lstStyle>
          <a:p>
            <a:pPr lvl="0"/>
            <a:r>
              <a:rPr lang="en-US"/>
              <a:t>Click to edit subtitle</a:t>
            </a:r>
          </a:p>
        </p:txBody>
      </p:sp>
      <p:pic>
        <p:nvPicPr>
          <p:cNvPr id="3" name="Picture 2">
            <a:extLst>
              <a:ext uri="{FF2B5EF4-FFF2-40B4-BE49-F238E27FC236}">
                <a16:creationId xmlns:a16="http://schemas.microsoft.com/office/drawing/2014/main" id="{078AF2B6-909D-B303-05C6-A09DE183E67C}"/>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11039525" y="6478173"/>
            <a:ext cx="1010226" cy="249189"/>
          </a:xfrm>
          <a:prstGeom prst="rect">
            <a:avLst/>
          </a:prstGeom>
        </p:spPr>
      </p:pic>
    </p:spTree>
    <p:extLst>
      <p:ext uri="{BB962C8B-B14F-4D97-AF65-F5344CB8AC3E}">
        <p14:creationId xmlns:p14="http://schemas.microsoft.com/office/powerpoint/2010/main" val="26626358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Dark: Picture - Right 1">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F6EA51B4-5571-CA5E-7DFD-F2C8A62084E8}"/>
              </a:ext>
            </a:extLst>
          </p:cNvPr>
          <p:cNvGrpSpPr/>
          <p:nvPr userDrawn="1"/>
        </p:nvGrpSpPr>
        <p:grpSpPr>
          <a:xfrm>
            <a:off x="3305049" y="-1"/>
            <a:ext cx="8886951" cy="6858001"/>
            <a:chOff x="3305049" y="-1"/>
            <a:chExt cx="8886951" cy="6858001"/>
          </a:xfrm>
        </p:grpSpPr>
        <p:pic>
          <p:nvPicPr>
            <p:cNvPr id="9" name="Picture 8" descr="A picture containing text, indoor, person, keyboard&#10;&#10;Description automatically generated">
              <a:extLst>
                <a:ext uri="{FF2B5EF4-FFF2-40B4-BE49-F238E27FC236}">
                  <a16:creationId xmlns:a16="http://schemas.microsoft.com/office/drawing/2014/main" id="{467AF6AA-313E-6B21-3E1E-912F427540D1}"/>
                </a:ext>
              </a:extLst>
            </p:cNvPr>
            <p:cNvPicPr>
              <a:picLocks noChangeAspect="1"/>
            </p:cNvPicPr>
            <p:nvPr/>
          </p:nvPicPr>
          <p:blipFill rotWithShape="1">
            <a:blip r:embed="rId2" cstate="screen">
              <a:alphaModFix amt="75000"/>
              <a:extLst>
                <a:ext uri="{28A0092B-C50C-407E-A947-70E740481C1C}">
                  <a14:useLocalDpi xmlns:a14="http://schemas.microsoft.com/office/drawing/2010/main"/>
                </a:ext>
              </a:extLst>
            </a:blip>
            <a:srcRect/>
            <a:stretch/>
          </p:blipFill>
          <p:spPr>
            <a:xfrm>
              <a:off x="3311278" y="0"/>
              <a:ext cx="8880722" cy="6857996"/>
            </a:xfrm>
            <a:prstGeom prst="rect">
              <a:avLst/>
            </a:prstGeom>
            <a:gradFill flip="none" rotWithShape="1">
              <a:gsLst>
                <a:gs pos="17000">
                  <a:srgbClr val="191919"/>
                </a:gs>
                <a:gs pos="66000">
                  <a:srgbClr val="13545D"/>
                </a:gs>
              </a:gsLst>
              <a:lin ang="0" scaled="1"/>
              <a:tileRect/>
            </a:gradFill>
          </p:spPr>
        </p:pic>
        <p:pic>
          <p:nvPicPr>
            <p:cNvPr id="12" name="Picture 11">
              <a:extLst>
                <a:ext uri="{FF2B5EF4-FFF2-40B4-BE49-F238E27FC236}">
                  <a16:creationId xmlns:a16="http://schemas.microsoft.com/office/drawing/2014/main" id="{49DC3EEB-40C0-EB13-2163-0CE8DD2D633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305049" y="14"/>
              <a:ext cx="6350000" cy="6857986"/>
            </a:xfrm>
            <a:prstGeom prst="rect">
              <a:avLst/>
            </a:prstGeom>
          </p:spPr>
        </p:pic>
        <p:pic>
          <p:nvPicPr>
            <p:cNvPr id="14" name="Picture 13" descr="Shape, rectangle&#10;&#10;Description automatically generated">
              <a:extLst>
                <a:ext uri="{FF2B5EF4-FFF2-40B4-BE49-F238E27FC236}">
                  <a16:creationId xmlns:a16="http://schemas.microsoft.com/office/drawing/2014/main" id="{ABCA14BB-F237-6D43-2F31-3C970CC07F01}"/>
                </a:ext>
              </a:extLst>
            </p:cNvPr>
            <p:cNvPicPr>
              <a:picLocks noChangeAspect="1"/>
            </p:cNvPicPr>
            <p:nvPr userDrawn="1"/>
          </p:nvPicPr>
          <p:blipFill>
            <a:blip r:embed="rId4" cstate="screen">
              <a:alphaModFix amt="50000"/>
              <a:extLst>
                <a:ext uri="{28A0092B-C50C-407E-A947-70E740481C1C}">
                  <a14:useLocalDpi xmlns:a14="http://schemas.microsoft.com/office/drawing/2010/main"/>
                </a:ext>
              </a:extLst>
            </a:blip>
            <a:stretch>
              <a:fillRect/>
            </a:stretch>
          </p:blipFill>
          <p:spPr>
            <a:xfrm rot="10800000">
              <a:off x="8142513" y="-1"/>
              <a:ext cx="4049485" cy="6857987"/>
            </a:xfrm>
            <a:prstGeom prst="rect">
              <a:avLst/>
            </a:prstGeom>
          </p:spPr>
        </p:pic>
      </p:grpSp>
      <p:sp>
        <p:nvSpPr>
          <p:cNvPr id="7" name="Title 1">
            <a:extLst>
              <a:ext uri="{FF2B5EF4-FFF2-40B4-BE49-F238E27FC236}">
                <a16:creationId xmlns:a16="http://schemas.microsoft.com/office/drawing/2014/main" id="{18FA58AB-891C-F549-BE0B-E1447AA80211}"/>
              </a:ext>
            </a:extLst>
          </p:cNvPr>
          <p:cNvSpPr>
            <a:spLocks noGrp="1"/>
          </p:cNvSpPr>
          <p:nvPr>
            <p:ph type="title" hasCustomPrompt="1"/>
          </p:nvPr>
        </p:nvSpPr>
        <p:spPr>
          <a:xfrm>
            <a:off x="719999" y="360000"/>
            <a:ext cx="6479357" cy="1080000"/>
          </a:xfrm>
          <a:prstGeom prst="rect">
            <a:avLst/>
          </a:prstGeom>
        </p:spPr>
        <p:txBody>
          <a:bodyPr/>
          <a:lstStyle>
            <a:lvl1pPr>
              <a:lnSpc>
                <a:spcPct val="90000"/>
              </a:lnSpc>
              <a:defRPr/>
            </a:lvl1pPr>
          </a:lstStyle>
          <a:p>
            <a:r>
              <a:rPr lang="en-US"/>
              <a:t>Click to edit title</a:t>
            </a:r>
            <a:endParaRPr lang="fi-FI"/>
          </a:p>
        </p:txBody>
      </p:sp>
      <p:sp>
        <p:nvSpPr>
          <p:cNvPr id="10" name="Content Placeholder 9">
            <a:extLst>
              <a:ext uri="{FF2B5EF4-FFF2-40B4-BE49-F238E27FC236}">
                <a16:creationId xmlns:a16="http://schemas.microsoft.com/office/drawing/2014/main" id="{70EDF826-82C4-AF40-B123-47F791ADDD13}"/>
              </a:ext>
            </a:extLst>
          </p:cNvPr>
          <p:cNvSpPr>
            <a:spLocks noGrp="1"/>
          </p:cNvSpPr>
          <p:nvPr>
            <p:ph sz="quarter" idx="15" hasCustomPrompt="1"/>
          </p:nvPr>
        </p:nvSpPr>
        <p:spPr>
          <a:xfrm>
            <a:off x="719951" y="1620000"/>
            <a:ext cx="5760097" cy="4140000"/>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fi-FI"/>
          </a:p>
        </p:txBody>
      </p:sp>
      <p:pic>
        <p:nvPicPr>
          <p:cNvPr id="3" name="Picture 2">
            <a:extLst>
              <a:ext uri="{FF2B5EF4-FFF2-40B4-BE49-F238E27FC236}">
                <a16:creationId xmlns:a16="http://schemas.microsoft.com/office/drawing/2014/main" id="{09B20672-A6CA-AF08-4DAC-730ADEB77289}"/>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11039525" y="6478173"/>
            <a:ext cx="1010226" cy="249189"/>
          </a:xfrm>
          <a:prstGeom prst="rect">
            <a:avLst/>
          </a:prstGeom>
        </p:spPr>
      </p:pic>
    </p:spTree>
    <p:extLst>
      <p:ext uri="{BB962C8B-B14F-4D97-AF65-F5344CB8AC3E}">
        <p14:creationId xmlns:p14="http://schemas.microsoft.com/office/powerpoint/2010/main" val="4184204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Dark: Picture - Right 2">
    <p:bg>
      <p:bgPr>
        <a:solidFill>
          <a:srgbClr val="191919"/>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F3D7D89D-3696-F944-0A66-083AF6ED5B5A}"/>
              </a:ext>
            </a:extLst>
          </p:cNvPr>
          <p:cNvGrpSpPr/>
          <p:nvPr userDrawn="1"/>
        </p:nvGrpSpPr>
        <p:grpSpPr>
          <a:xfrm>
            <a:off x="3753145" y="0"/>
            <a:ext cx="8438855" cy="6858000"/>
            <a:chOff x="3753145" y="0"/>
            <a:chExt cx="8438855" cy="6858000"/>
          </a:xfrm>
        </p:grpSpPr>
        <p:pic>
          <p:nvPicPr>
            <p:cNvPr id="3" name="Picture 2" descr="A person sitting in front of a computer&#10;&#10;Description automatically generated">
              <a:extLst>
                <a:ext uri="{FF2B5EF4-FFF2-40B4-BE49-F238E27FC236}">
                  <a16:creationId xmlns:a16="http://schemas.microsoft.com/office/drawing/2014/main" id="{BC6E8596-145B-0B10-D446-71B92B2CB57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b="-1"/>
            <a:stretch/>
          </p:blipFill>
          <p:spPr>
            <a:xfrm>
              <a:off x="3753145" y="13"/>
              <a:ext cx="8438855" cy="6857987"/>
            </a:xfrm>
            <a:prstGeom prst="rect">
              <a:avLst/>
            </a:prstGeom>
            <a:noFill/>
          </p:spPr>
        </p:pic>
        <p:pic>
          <p:nvPicPr>
            <p:cNvPr id="17" name="Picture 16" descr="Shape, rectangle&#10;&#10;Description automatically generated">
              <a:extLst>
                <a:ext uri="{FF2B5EF4-FFF2-40B4-BE49-F238E27FC236}">
                  <a16:creationId xmlns:a16="http://schemas.microsoft.com/office/drawing/2014/main" id="{3499B490-5EC0-99DD-E7CB-0758FE107071}"/>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rot="10800000">
              <a:off x="6898432" y="0"/>
              <a:ext cx="5293567" cy="6857987"/>
            </a:xfrm>
            <a:prstGeom prst="rect">
              <a:avLst/>
            </a:prstGeom>
          </p:spPr>
        </p:pic>
        <p:pic>
          <p:nvPicPr>
            <p:cNvPr id="19" name="Picture 18">
              <a:extLst>
                <a:ext uri="{FF2B5EF4-FFF2-40B4-BE49-F238E27FC236}">
                  <a16:creationId xmlns:a16="http://schemas.microsoft.com/office/drawing/2014/main" id="{6B041028-83F4-9E57-21DE-DAA80EEF83E2}"/>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3753145" y="2"/>
              <a:ext cx="6350000" cy="6857986"/>
            </a:xfrm>
            <a:prstGeom prst="rect">
              <a:avLst/>
            </a:prstGeom>
          </p:spPr>
        </p:pic>
      </p:grpSp>
      <p:sp>
        <p:nvSpPr>
          <p:cNvPr id="7" name="Title 1">
            <a:extLst>
              <a:ext uri="{FF2B5EF4-FFF2-40B4-BE49-F238E27FC236}">
                <a16:creationId xmlns:a16="http://schemas.microsoft.com/office/drawing/2014/main" id="{18FA58AB-891C-F549-BE0B-E1447AA80211}"/>
              </a:ext>
            </a:extLst>
          </p:cNvPr>
          <p:cNvSpPr>
            <a:spLocks noGrp="1"/>
          </p:cNvSpPr>
          <p:nvPr>
            <p:ph type="title" hasCustomPrompt="1"/>
          </p:nvPr>
        </p:nvSpPr>
        <p:spPr>
          <a:xfrm>
            <a:off x="719999" y="360000"/>
            <a:ext cx="6479357" cy="1080000"/>
          </a:xfrm>
          <a:prstGeom prst="rect">
            <a:avLst/>
          </a:prstGeom>
        </p:spPr>
        <p:txBody>
          <a:bodyPr/>
          <a:lstStyle>
            <a:lvl1pPr>
              <a:lnSpc>
                <a:spcPct val="90000"/>
              </a:lnSpc>
              <a:defRPr/>
            </a:lvl1pPr>
          </a:lstStyle>
          <a:p>
            <a:r>
              <a:rPr lang="en-US"/>
              <a:t>Click to edit title</a:t>
            </a:r>
            <a:endParaRPr lang="fi-FI"/>
          </a:p>
        </p:txBody>
      </p:sp>
      <p:sp>
        <p:nvSpPr>
          <p:cNvPr id="10" name="Content Placeholder 9">
            <a:extLst>
              <a:ext uri="{FF2B5EF4-FFF2-40B4-BE49-F238E27FC236}">
                <a16:creationId xmlns:a16="http://schemas.microsoft.com/office/drawing/2014/main" id="{70EDF826-82C4-AF40-B123-47F791ADDD13}"/>
              </a:ext>
            </a:extLst>
          </p:cNvPr>
          <p:cNvSpPr>
            <a:spLocks noGrp="1"/>
          </p:cNvSpPr>
          <p:nvPr>
            <p:ph sz="quarter" idx="15" hasCustomPrompt="1"/>
          </p:nvPr>
        </p:nvSpPr>
        <p:spPr>
          <a:xfrm>
            <a:off x="719950" y="1620000"/>
            <a:ext cx="5760098" cy="4140000"/>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fi-FI"/>
          </a:p>
        </p:txBody>
      </p:sp>
      <p:pic>
        <p:nvPicPr>
          <p:cNvPr id="2" name="Picture 1">
            <a:extLst>
              <a:ext uri="{FF2B5EF4-FFF2-40B4-BE49-F238E27FC236}">
                <a16:creationId xmlns:a16="http://schemas.microsoft.com/office/drawing/2014/main" id="{B7D0B96C-A52E-42FF-33BF-D68F87868E72}"/>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11039525" y="6478173"/>
            <a:ext cx="1010226" cy="249189"/>
          </a:xfrm>
          <a:prstGeom prst="rect">
            <a:avLst/>
          </a:prstGeom>
        </p:spPr>
      </p:pic>
    </p:spTree>
    <p:extLst>
      <p:ext uri="{BB962C8B-B14F-4D97-AF65-F5344CB8AC3E}">
        <p14:creationId xmlns:p14="http://schemas.microsoft.com/office/powerpoint/2010/main" val="146828149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Dark: Picture - Right 3">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F7C51C6D-D760-B860-1A58-A721926F53E3}"/>
              </a:ext>
            </a:extLst>
          </p:cNvPr>
          <p:cNvGrpSpPr/>
          <p:nvPr userDrawn="1"/>
        </p:nvGrpSpPr>
        <p:grpSpPr>
          <a:xfrm>
            <a:off x="6008804" y="0"/>
            <a:ext cx="6183196" cy="6858001"/>
            <a:chOff x="6008804" y="-1"/>
            <a:chExt cx="6183196" cy="6858001"/>
          </a:xfrm>
        </p:grpSpPr>
        <p:pic>
          <p:nvPicPr>
            <p:cNvPr id="9" name="Picture 8" descr="A group of people sitting at a table looking at a computer&#10;&#10;Description automatically generated with medium confidence">
              <a:extLst>
                <a:ext uri="{FF2B5EF4-FFF2-40B4-BE49-F238E27FC236}">
                  <a16:creationId xmlns:a16="http://schemas.microsoft.com/office/drawing/2014/main" id="{E752B77F-F0BD-D442-6073-97496812B19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6008804" y="-1"/>
              <a:ext cx="6182602" cy="6857998"/>
            </a:xfrm>
            <a:prstGeom prst="rect">
              <a:avLst/>
            </a:prstGeom>
          </p:spPr>
        </p:pic>
        <p:pic>
          <p:nvPicPr>
            <p:cNvPr id="6" name="Picture 5" descr="Shape, rectangle&#10;&#10;Description automatically generated">
              <a:extLst>
                <a:ext uri="{FF2B5EF4-FFF2-40B4-BE49-F238E27FC236}">
                  <a16:creationId xmlns:a16="http://schemas.microsoft.com/office/drawing/2014/main" id="{F414F2CE-1AC4-CB61-EEBF-95E305F89D97}"/>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rot="10800000">
              <a:off x="8936736" y="12"/>
              <a:ext cx="3255264" cy="6857987"/>
            </a:xfrm>
            <a:prstGeom prst="rect">
              <a:avLst/>
            </a:prstGeom>
          </p:spPr>
        </p:pic>
        <p:pic>
          <p:nvPicPr>
            <p:cNvPr id="8" name="Picture 7">
              <a:extLst>
                <a:ext uri="{FF2B5EF4-FFF2-40B4-BE49-F238E27FC236}">
                  <a16:creationId xmlns:a16="http://schemas.microsoft.com/office/drawing/2014/main" id="{9AF5BA07-53D9-C553-30A9-DC78ED3F36B0}"/>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6008804" y="14"/>
              <a:ext cx="3689932" cy="6857986"/>
            </a:xfrm>
            <a:prstGeom prst="rect">
              <a:avLst/>
            </a:prstGeom>
          </p:spPr>
        </p:pic>
      </p:grpSp>
      <p:sp>
        <p:nvSpPr>
          <p:cNvPr id="7" name="Title 1">
            <a:extLst>
              <a:ext uri="{FF2B5EF4-FFF2-40B4-BE49-F238E27FC236}">
                <a16:creationId xmlns:a16="http://schemas.microsoft.com/office/drawing/2014/main" id="{18FA58AB-891C-F549-BE0B-E1447AA80211}"/>
              </a:ext>
            </a:extLst>
          </p:cNvPr>
          <p:cNvSpPr>
            <a:spLocks noGrp="1"/>
          </p:cNvSpPr>
          <p:nvPr>
            <p:ph type="title" hasCustomPrompt="1"/>
          </p:nvPr>
        </p:nvSpPr>
        <p:spPr>
          <a:xfrm>
            <a:off x="719999" y="360000"/>
            <a:ext cx="6479357" cy="1080000"/>
          </a:xfrm>
          <a:prstGeom prst="rect">
            <a:avLst/>
          </a:prstGeom>
        </p:spPr>
        <p:txBody>
          <a:bodyPr/>
          <a:lstStyle>
            <a:lvl1pPr>
              <a:lnSpc>
                <a:spcPct val="90000"/>
              </a:lnSpc>
              <a:defRPr/>
            </a:lvl1pPr>
          </a:lstStyle>
          <a:p>
            <a:r>
              <a:rPr lang="en-US"/>
              <a:t>Click to edit title</a:t>
            </a:r>
            <a:endParaRPr lang="fi-FI"/>
          </a:p>
        </p:txBody>
      </p:sp>
      <p:sp>
        <p:nvSpPr>
          <p:cNvPr id="10" name="Content Placeholder 9">
            <a:extLst>
              <a:ext uri="{FF2B5EF4-FFF2-40B4-BE49-F238E27FC236}">
                <a16:creationId xmlns:a16="http://schemas.microsoft.com/office/drawing/2014/main" id="{70EDF826-82C4-AF40-B123-47F791ADDD13}"/>
              </a:ext>
            </a:extLst>
          </p:cNvPr>
          <p:cNvSpPr>
            <a:spLocks noGrp="1"/>
          </p:cNvSpPr>
          <p:nvPr>
            <p:ph sz="quarter" idx="15" hasCustomPrompt="1"/>
          </p:nvPr>
        </p:nvSpPr>
        <p:spPr>
          <a:xfrm>
            <a:off x="719950" y="1620000"/>
            <a:ext cx="5760098" cy="4140000"/>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fi-FI"/>
          </a:p>
        </p:txBody>
      </p:sp>
      <p:pic>
        <p:nvPicPr>
          <p:cNvPr id="2" name="Picture 1">
            <a:extLst>
              <a:ext uri="{FF2B5EF4-FFF2-40B4-BE49-F238E27FC236}">
                <a16:creationId xmlns:a16="http://schemas.microsoft.com/office/drawing/2014/main" id="{5C8A12B9-2F1E-0A5E-834C-4BF5B0F2B30A}"/>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11039525" y="6478173"/>
            <a:ext cx="1010226" cy="249189"/>
          </a:xfrm>
          <a:prstGeom prst="rect">
            <a:avLst/>
          </a:prstGeom>
        </p:spPr>
      </p:pic>
    </p:spTree>
    <p:extLst>
      <p:ext uri="{BB962C8B-B14F-4D97-AF65-F5344CB8AC3E}">
        <p14:creationId xmlns:p14="http://schemas.microsoft.com/office/powerpoint/2010/main" val="11142594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Picture - Right 4">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5338FE63-7A36-08AC-158D-EBB24B10ABD5}"/>
              </a:ext>
            </a:extLst>
          </p:cNvPr>
          <p:cNvGrpSpPr/>
          <p:nvPr userDrawn="1"/>
        </p:nvGrpSpPr>
        <p:grpSpPr>
          <a:xfrm>
            <a:off x="4144617" y="6093"/>
            <a:ext cx="8047383" cy="6857989"/>
            <a:chOff x="4144617" y="-3"/>
            <a:chExt cx="8047383" cy="6857989"/>
          </a:xfrm>
        </p:grpSpPr>
        <p:pic>
          <p:nvPicPr>
            <p:cNvPr id="3" name="Picture 2">
              <a:extLst>
                <a:ext uri="{FF2B5EF4-FFF2-40B4-BE49-F238E27FC236}">
                  <a16:creationId xmlns:a16="http://schemas.microsoft.com/office/drawing/2014/main" id="{5B63C32C-9189-525B-650A-B14D19395313}"/>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144619" y="527"/>
              <a:ext cx="8047379" cy="6851225"/>
            </a:xfrm>
            <a:prstGeom prst="rect">
              <a:avLst/>
            </a:prstGeom>
          </p:spPr>
        </p:pic>
        <p:pic>
          <p:nvPicPr>
            <p:cNvPr id="11" name="Picture 10" descr="Shape, rectangle&#10;&#10;Description automatically generated">
              <a:extLst>
                <a:ext uri="{FF2B5EF4-FFF2-40B4-BE49-F238E27FC236}">
                  <a16:creationId xmlns:a16="http://schemas.microsoft.com/office/drawing/2014/main" id="{9E126C4F-F82E-D161-CCB5-B9CADC3684B0}"/>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rot="10800000">
              <a:off x="7199356" y="-3"/>
              <a:ext cx="4992644" cy="6857987"/>
            </a:xfrm>
            <a:prstGeom prst="rect">
              <a:avLst/>
            </a:prstGeom>
          </p:spPr>
        </p:pic>
        <p:pic>
          <p:nvPicPr>
            <p:cNvPr id="12" name="Picture 11">
              <a:extLst>
                <a:ext uri="{FF2B5EF4-FFF2-40B4-BE49-F238E27FC236}">
                  <a16:creationId xmlns:a16="http://schemas.microsoft.com/office/drawing/2014/main" id="{31729E57-88E3-903D-DA46-C38151FFD364}"/>
                </a:ext>
              </a:extLst>
            </p:cNvPr>
            <p:cNvPicPr>
              <a:picLocks noChangeAspect="1"/>
            </p:cNvPicPr>
            <p:nvPr userDrawn="1"/>
          </p:nvPicPr>
          <p:blipFill>
            <a:blip r:embed="rId4" cstate="screen">
              <a:alphaModFix/>
              <a:extLst>
                <a:ext uri="{28A0092B-C50C-407E-A947-70E740481C1C}">
                  <a14:useLocalDpi xmlns:a14="http://schemas.microsoft.com/office/drawing/2010/main"/>
                </a:ext>
              </a:extLst>
            </a:blip>
            <a:stretch>
              <a:fillRect/>
            </a:stretch>
          </p:blipFill>
          <p:spPr>
            <a:xfrm>
              <a:off x="4144617" y="0"/>
              <a:ext cx="6350000" cy="6857986"/>
            </a:xfrm>
            <a:prstGeom prst="rect">
              <a:avLst/>
            </a:prstGeom>
          </p:spPr>
        </p:pic>
      </p:grpSp>
      <p:sp>
        <p:nvSpPr>
          <p:cNvPr id="7" name="Title 1">
            <a:extLst>
              <a:ext uri="{FF2B5EF4-FFF2-40B4-BE49-F238E27FC236}">
                <a16:creationId xmlns:a16="http://schemas.microsoft.com/office/drawing/2014/main" id="{18FA58AB-891C-F549-BE0B-E1447AA80211}"/>
              </a:ext>
            </a:extLst>
          </p:cNvPr>
          <p:cNvSpPr>
            <a:spLocks noGrp="1"/>
          </p:cNvSpPr>
          <p:nvPr>
            <p:ph type="title" hasCustomPrompt="1"/>
          </p:nvPr>
        </p:nvSpPr>
        <p:spPr>
          <a:xfrm>
            <a:off x="719999" y="360000"/>
            <a:ext cx="6479357" cy="1080000"/>
          </a:xfrm>
          <a:prstGeom prst="rect">
            <a:avLst/>
          </a:prstGeom>
        </p:spPr>
        <p:txBody>
          <a:bodyPr/>
          <a:lstStyle>
            <a:lvl1pPr>
              <a:lnSpc>
                <a:spcPct val="90000"/>
              </a:lnSpc>
              <a:defRPr/>
            </a:lvl1pPr>
          </a:lstStyle>
          <a:p>
            <a:r>
              <a:rPr lang="en-US"/>
              <a:t>Click to edit title</a:t>
            </a:r>
            <a:endParaRPr lang="fi-FI"/>
          </a:p>
        </p:txBody>
      </p:sp>
      <p:sp>
        <p:nvSpPr>
          <p:cNvPr id="10" name="Content Placeholder 9">
            <a:extLst>
              <a:ext uri="{FF2B5EF4-FFF2-40B4-BE49-F238E27FC236}">
                <a16:creationId xmlns:a16="http://schemas.microsoft.com/office/drawing/2014/main" id="{70EDF826-82C4-AF40-B123-47F791ADDD13}"/>
              </a:ext>
            </a:extLst>
          </p:cNvPr>
          <p:cNvSpPr>
            <a:spLocks noGrp="1"/>
          </p:cNvSpPr>
          <p:nvPr>
            <p:ph sz="quarter" idx="15" hasCustomPrompt="1"/>
          </p:nvPr>
        </p:nvSpPr>
        <p:spPr>
          <a:xfrm>
            <a:off x="719950" y="1620000"/>
            <a:ext cx="5760098" cy="4140000"/>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fi-FI"/>
          </a:p>
        </p:txBody>
      </p:sp>
      <p:pic>
        <p:nvPicPr>
          <p:cNvPr id="2" name="Picture 1">
            <a:extLst>
              <a:ext uri="{FF2B5EF4-FFF2-40B4-BE49-F238E27FC236}">
                <a16:creationId xmlns:a16="http://schemas.microsoft.com/office/drawing/2014/main" id="{DD853498-6676-006D-517E-099ECAFC6FA9}"/>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11039525" y="6478173"/>
            <a:ext cx="1010226" cy="249189"/>
          </a:xfrm>
          <a:prstGeom prst="rect">
            <a:avLst/>
          </a:prstGeom>
        </p:spPr>
      </p:pic>
    </p:spTree>
    <p:extLst>
      <p:ext uri="{BB962C8B-B14F-4D97-AF65-F5344CB8AC3E}">
        <p14:creationId xmlns:p14="http://schemas.microsoft.com/office/powerpoint/2010/main" val="429159082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Dark: Picture - Left 2">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3F1CE7B5-D4FC-A6E7-A615-257B139AF7BA}"/>
              </a:ext>
            </a:extLst>
          </p:cNvPr>
          <p:cNvGrpSpPr/>
          <p:nvPr userDrawn="1"/>
        </p:nvGrpSpPr>
        <p:grpSpPr>
          <a:xfrm>
            <a:off x="0" y="0"/>
            <a:ext cx="6394263" cy="6859714"/>
            <a:chOff x="0" y="5909"/>
            <a:chExt cx="6394263" cy="6859714"/>
          </a:xfrm>
        </p:grpSpPr>
        <p:pic>
          <p:nvPicPr>
            <p:cNvPr id="9" name="Picture 8" descr="A person typing on a keyboard&#10;&#10;Description automatically generated with medium confidence">
              <a:extLst>
                <a:ext uri="{FF2B5EF4-FFF2-40B4-BE49-F238E27FC236}">
                  <a16:creationId xmlns:a16="http://schemas.microsoft.com/office/drawing/2014/main" id="{E38F51D3-F4DB-2F5A-7DF6-79501BD3C05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92" y="5909"/>
              <a:ext cx="6393371" cy="6849019"/>
            </a:xfrm>
            <a:prstGeom prst="rect">
              <a:avLst/>
            </a:prstGeom>
          </p:spPr>
        </p:pic>
        <p:pic>
          <p:nvPicPr>
            <p:cNvPr id="8" name="Picture 7">
              <a:extLst>
                <a:ext uri="{FF2B5EF4-FFF2-40B4-BE49-F238E27FC236}">
                  <a16:creationId xmlns:a16="http://schemas.microsoft.com/office/drawing/2014/main" id="{B4879D8D-6459-4F88-5066-A76539B16AE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rot="10800000">
              <a:off x="44263" y="7636"/>
              <a:ext cx="6350000" cy="6842728"/>
            </a:xfrm>
            <a:prstGeom prst="rect">
              <a:avLst/>
            </a:prstGeom>
          </p:spPr>
        </p:pic>
        <p:pic>
          <p:nvPicPr>
            <p:cNvPr id="12" name="Picture 11" descr="Shape, rectangle&#10;&#10;Description automatically generated">
              <a:extLst>
                <a:ext uri="{FF2B5EF4-FFF2-40B4-BE49-F238E27FC236}">
                  <a16:creationId xmlns:a16="http://schemas.microsoft.com/office/drawing/2014/main" id="{AFFF6610-3532-24E2-B36F-1B4B93CF752D}"/>
                </a:ext>
              </a:extLst>
            </p:cNvPr>
            <p:cNvPicPr>
              <a:picLocks noChangeAspect="1"/>
            </p:cNvPicPr>
            <p:nvPr userDrawn="1"/>
          </p:nvPicPr>
          <p:blipFill rotWithShape="1">
            <a:blip r:embed="rId4" cstate="screen">
              <a:alphaModFix amt="50000"/>
              <a:extLst>
                <a:ext uri="{28A0092B-C50C-407E-A947-70E740481C1C}">
                  <a14:useLocalDpi xmlns:a14="http://schemas.microsoft.com/office/drawing/2010/main"/>
                </a:ext>
              </a:extLst>
            </a:blip>
            <a:srcRect/>
            <a:stretch/>
          </p:blipFill>
          <p:spPr>
            <a:xfrm>
              <a:off x="0" y="7636"/>
              <a:ext cx="3526971" cy="6857987"/>
            </a:xfrm>
            <a:prstGeom prst="rect">
              <a:avLst/>
            </a:prstGeom>
          </p:spPr>
        </p:pic>
      </p:grpSp>
      <p:sp>
        <p:nvSpPr>
          <p:cNvPr id="7" name="Title 1">
            <a:extLst>
              <a:ext uri="{FF2B5EF4-FFF2-40B4-BE49-F238E27FC236}">
                <a16:creationId xmlns:a16="http://schemas.microsoft.com/office/drawing/2014/main" id="{18FA58AB-891C-F549-BE0B-E1447AA80211}"/>
              </a:ext>
            </a:extLst>
          </p:cNvPr>
          <p:cNvSpPr>
            <a:spLocks noGrp="1"/>
          </p:cNvSpPr>
          <p:nvPr>
            <p:ph type="title" hasCustomPrompt="1"/>
          </p:nvPr>
        </p:nvSpPr>
        <p:spPr>
          <a:xfrm>
            <a:off x="5352303" y="360000"/>
            <a:ext cx="6120897" cy="1080000"/>
          </a:xfrm>
          <a:prstGeom prst="rect">
            <a:avLst/>
          </a:prstGeom>
        </p:spPr>
        <p:txBody>
          <a:bodyPr/>
          <a:lstStyle>
            <a:lvl1pPr>
              <a:lnSpc>
                <a:spcPct val="90000"/>
              </a:lnSpc>
              <a:defRPr/>
            </a:lvl1pPr>
          </a:lstStyle>
          <a:p>
            <a:r>
              <a:rPr lang="en-US"/>
              <a:t>Click to edit title</a:t>
            </a:r>
            <a:endParaRPr lang="fi-FI"/>
          </a:p>
        </p:txBody>
      </p:sp>
      <p:sp>
        <p:nvSpPr>
          <p:cNvPr id="10" name="Content Placeholder 9">
            <a:extLst>
              <a:ext uri="{FF2B5EF4-FFF2-40B4-BE49-F238E27FC236}">
                <a16:creationId xmlns:a16="http://schemas.microsoft.com/office/drawing/2014/main" id="{70EDF826-82C4-AF40-B123-47F791ADDD13}"/>
              </a:ext>
            </a:extLst>
          </p:cNvPr>
          <p:cNvSpPr>
            <a:spLocks noGrp="1"/>
          </p:cNvSpPr>
          <p:nvPr>
            <p:ph sz="quarter" idx="15" hasCustomPrompt="1"/>
          </p:nvPr>
        </p:nvSpPr>
        <p:spPr>
          <a:xfrm>
            <a:off x="5352288" y="1620000"/>
            <a:ext cx="6120962" cy="4140000"/>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fi-FI"/>
          </a:p>
        </p:txBody>
      </p:sp>
      <p:pic>
        <p:nvPicPr>
          <p:cNvPr id="2" name="Picture 1">
            <a:extLst>
              <a:ext uri="{FF2B5EF4-FFF2-40B4-BE49-F238E27FC236}">
                <a16:creationId xmlns:a16="http://schemas.microsoft.com/office/drawing/2014/main" id="{9F7D6D12-AFB0-8515-EFD1-0373D9804828}"/>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11039525" y="6478173"/>
            <a:ext cx="1010226" cy="249189"/>
          </a:xfrm>
          <a:prstGeom prst="rect">
            <a:avLst/>
          </a:prstGeom>
        </p:spPr>
      </p:pic>
    </p:spTree>
    <p:extLst>
      <p:ext uri="{BB962C8B-B14F-4D97-AF65-F5344CB8AC3E}">
        <p14:creationId xmlns:p14="http://schemas.microsoft.com/office/powerpoint/2010/main" val="31924631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Dark: Picture - Left 3">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73F1036A-991F-758D-7302-4B6C85AB4F55}"/>
              </a:ext>
            </a:extLst>
          </p:cNvPr>
          <p:cNvGrpSpPr/>
          <p:nvPr userDrawn="1"/>
        </p:nvGrpSpPr>
        <p:grpSpPr>
          <a:xfrm>
            <a:off x="0" y="0"/>
            <a:ext cx="5556257" cy="6859404"/>
            <a:chOff x="0" y="0"/>
            <a:chExt cx="5556257" cy="6859404"/>
          </a:xfrm>
        </p:grpSpPr>
        <p:pic>
          <p:nvPicPr>
            <p:cNvPr id="3" name="Picture Placeholder 19">
              <a:extLst>
                <a:ext uri="{FF2B5EF4-FFF2-40B4-BE49-F238E27FC236}">
                  <a16:creationId xmlns:a16="http://schemas.microsoft.com/office/drawing/2014/main" id="{A31FA147-F8B2-A5FC-7E25-7D9BB7D52046}"/>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2823" r="2823"/>
            <a:stretch/>
          </p:blipFill>
          <p:spPr>
            <a:xfrm>
              <a:off x="0" y="0"/>
              <a:ext cx="5556257" cy="6858000"/>
            </a:xfrm>
            <a:prstGeom prst="rect">
              <a:avLst/>
            </a:prstGeom>
          </p:spPr>
        </p:pic>
        <p:pic>
          <p:nvPicPr>
            <p:cNvPr id="11" name="Picture 10" descr="Shape, rectangle&#10;&#10;Description automatically generated">
              <a:extLst>
                <a:ext uri="{FF2B5EF4-FFF2-40B4-BE49-F238E27FC236}">
                  <a16:creationId xmlns:a16="http://schemas.microsoft.com/office/drawing/2014/main" id="{AEF1CE44-E034-F473-611B-E2EF855DFFD2}"/>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0" y="0"/>
              <a:ext cx="3576735" cy="6857987"/>
            </a:xfrm>
            <a:prstGeom prst="rect">
              <a:avLst/>
            </a:prstGeom>
          </p:spPr>
        </p:pic>
        <p:pic>
          <p:nvPicPr>
            <p:cNvPr id="8" name="Picture 7">
              <a:extLst>
                <a:ext uri="{FF2B5EF4-FFF2-40B4-BE49-F238E27FC236}">
                  <a16:creationId xmlns:a16="http://schemas.microsoft.com/office/drawing/2014/main" id="{AB8F37AC-09D0-FB5F-496E-D4545C6CA44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10800000">
              <a:off x="1026367" y="1418"/>
              <a:ext cx="4529890" cy="6857986"/>
            </a:xfrm>
            <a:prstGeom prst="rect">
              <a:avLst/>
            </a:prstGeom>
          </p:spPr>
        </p:pic>
      </p:grpSp>
      <p:sp>
        <p:nvSpPr>
          <p:cNvPr id="7" name="Title 1">
            <a:extLst>
              <a:ext uri="{FF2B5EF4-FFF2-40B4-BE49-F238E27FC236}">
                <a16:creationId xmlns:a16="http://schemas.microsoft.com/office/drawing/2014/main" id="{18FA58AB-891C-F549-BE0B-E1447AA80211}"/>
              </a:ext>
            </a:extLst>
          </p:cNvPr>
          <p:cNvSpPr>
            <a:spLocks noGrp="1"/>
          </p:cNvSpPr>
          <p:nvPr>
            <p:ph type="title" hasCustomPrompt="1"/>
          </p:nvPr>
        </p:nvSpPr>
        <p:spPr>
          <a:xfrm>
            <a:off x="5352303" y="360000"/>
            <a:ext cx="6120897" cy="1080000"/>
          </a:xfrm>
          <a:prstGeom prst="rect">
            <a:avLst/>
          </a:prstGeom>
        </p:spPr>
        <p:txBody>
          <a:bodyPr/>
          <a:lstStyle>
            <a:lvl1pPr>
              <a:lnSpc>
                <a:spcPct val="90000"/>
              </a:lnSpc>
              <a:defRPr/>
            </a:lvl1pPr>
          </a:lstStyle>
          <a:p>
            <a:r>
              <a:rPr lang="en-US"/>
              <a:t>Click to edit title</a:t>
            </a:r>
            <a:endParaRPr lang="fi-FI"/>
          </a:p>
        </p:txBody>
      </p:sp>
      <p:sp>
        <p:nvSpPr>
          <p:cNvPr id="10" name="Content Placeholder 9">
            <a:extLst>
              <a:ext uri="{FF2B5EF4-FFF2-40B4-BE49-F238E27FC236}">
                <a16:creationId xmlns:a16="http://schemas.microsoft.com/office/drawing/2014/main" id="{70EDF826-82C4-AF40-B123-47F791ADDD13}"/>
              </a:ext>
            </a:extLst>
          </p:cNvPr>
          <p:cNvSpPr>
            <a:spLocks noGrp="1"/>
          </p:cNvSpPr>
          <p:nvPr>
            <p:ph sz="quarter" idx="15" hasCustomPrompt="1"/>
          </p:nvPr>
        </p:nvSpPr>
        <p:spPr>
          <a:xfrm>
            <a:off x="5352288" y="1620000"/>
            <a:ext cx="6120962" cy="4140000"/>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fi-FI"/>
          </a:p>
        </p:txBody>
      </p:sp>
      <p:pic>
        <p:nvPicPr>
          <p:cNvPr id="2" name="Picture 1">
            <a:extLst>
              <a:ext uri="{FF2B5EF4-FFF2-40B4-BE49-F238E27FC236}">
                <a16:creationId xmlns:a16="http://schemas.microsoft.com/office/drawing/2014/main" id="{3950B317-0288-CA56-93DF-3F471C985488}"/>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11039525" y="6478173"/>
            <a:ext cx="1010226" cy="249189"/>
          </a:xfrm>
          <a:prstGeom prst="rect">
            <a:avLst/>
          </a:prstGeom>
        </p:spPr>
      </p:pic>
    </p:spTree>
    <p:extLst>
      <p:ext uri="{BB962C8B-B14F-4D97-AF65-F5344CB8AC3E}">
        <p14:creationId xmlns:p14="http://schemas.microsoft.com/office/powerpoint/2010/main" val="227201125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Dark: Picture - Left 4">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DC2896D7-E3FE-59A7-B0B7-C3CDB5B07291}"/>
              </a:ext>
            </a:extLst>
          </p:cNvPr>
          <p:cNvGrpSpPr/>
          <p:nvPr userDrawn="1"/>
        </p:nvGrpSpPr>
        <p:grpSpPr>
          <a:xfrm>
            <a:off x="-1" y="0"/>
            <a:ext cx="6361449" cy="6865623"/>
            <a:chOff x="-1" y="0"/>
            <a:chExt cx="6361449" cy="6865623"/>
          </a:xfrm>
        </p:grpSpPr>
        <p:pic>
          <p:nvPicPr>
            <p:cNvPr id="3" name="Picture 2" descr="A picture containing graphical user interface&#10;&#10;Description automatically generated">
              <a:extLst>
                <a:ext uri="{FF2B5EF4-FFF2-40B4-BE49-F238E27FC236}">
                  <a16:creationId xmlns:a16="http://schemas.microsoft.com/office/drawing/2014/main" id="{1BB9BF5C-3E7D-D6B3-6D39-E0C37B38E458}"/>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 y="0"/>
              <a:ext cx="6361449" cy="6858000"/>
            </a:xfrm>
            <a:prstGeom prst="rect">
              <a:avLst/>
            </a:prstGeom>
          </p:spPr>
        </p:pic>
        <p:pic>
          <p:nvPicPr>
            <p:cNvPr id="9" name="Picture 8">
              <a:extLst>
                <a:ext uri="{FF2B5EF4-FFF2-40B4-BE49-F238E27FC236}">
                  <a16:creationId xmlns:a16="http://schemas.microsoft.com/office/drawing/2014/main" id="{D59DF07A-4F87-735C-7218-581EBB8F903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rot="10800000">
              <a:off x="11448" y="0"/>
              <a:ext cx="6350000" cy="6857986"/>
            </a:xfrm>
            <a:prstGeom prst="rect">
              <a:avLst/>
            </a:prstGeom>
          </p:spPr>
        </p:pic>
        <p:pic>
          <p:nvPicPr>
            <p:cNvPr id="11" name="Picture 10" descr="Shape, rectangle&#10;&#10;Description automatically generated">
              <a:extLst>
                <a:ext uri="{FF2B5EF4-FFF2-40B4-BE49-F238E27FC236}">
                  <a16:creationId xmlns:a16="http://schemas.microsoft.com/office/drawing/2014/main" id="{B2E8C6FB-467F-6C09-0DC7-5A1F6592D5EE}"/>
                </a:ext>
              </a:extLst>
            </p:cNvPr>
            <p:cNvPicPr>
              <a:picLocks noChangeAspect="1"/>
            </p:cNvPicPr>
            <p:nvPr userDrawn="1"/>
          </p:nvPicPr>
          <p:blipFill>
            <a:blip r:embed="rId4" cstate="screen">
              <a:alphaModFix amt="50000"/>
              <a:extLst>
                <a:ext uri="{28A0092B-C50C-407E-A947-70E740481C1C}">
                  <a14:useLocalDpi xmlns:a14="http://schemas.microsoft.com/office/drawing/2010/main"/>
                </a:ext>
              </a:extLst>
            </a:blip>
            <a:stretch>
              <a:fillRect/>
            </a:stretch>
          </p:blipFill>
          <p:spPr>
            <a:xfrm>
              <a:off x="0" y="7636"/>
              <a:ext cx="3670041" cy="6857987"/>
            </a:xfrm>
            <a:prstGeom prst="rect">
              <a:avLst/>
            </a:prstGeom>
          </p:spPr>
        </p:pic>
      </p:grpSp>
      <p:sp>
        <p:nvSpPr>
          <p:cNvPr id="7" name="Title 1">
            <a:extLst>
              <a:ext uri="{FF2B5EF4-FFF2-40B4-BE49-F238E27FC236}">
                <a16:creationId xmlns:a16="http://schemas.microsoft.com/office/drawing/2014/main" id="{18FA58AB-891C-F549-BE0B-E1447AA80211}"/>
              </a:ext>
            </a:extLst>
          </p:cNvPr>
          <p:cNvSpPr>
            <a:spLocks noGrp="1"/>
          </p:cNvSpPr>
          <p:nvPr>
            <p:ph type="title" hasCustomPrompt="1"/>
          </p:nvPr>
        </p:nvSpPr>
        <p:spPr>
          <a:xfrm>
            <a:off x="5352303" y="360000"/>
            <a:ext cx="6120897" cy="1080000"/>
          </a:xfrm>
          <a:prstGeom prst="rect">
            <a:avLst/>
          </a:prstGeom>
        </p:spPr>
        <p:txBody>
          <a:bodyPr/>
          <a:lstStyle>
            <a:lvl1pPr>
              <a:lnSpc>
                <a:spcPct val="90000"/>
              </a:lnSpc>
              <a:defRPr/>
            </a:lvl1pPr>
          </a:lstStyle>
          <a:p>
            <a:r>
              <a:rPr lang="en-US"/>
              <a:t>Click to edit title</a:t>
            </a:r>
            <a:endParaRPr lang="fi-FI"/>
          </a:p>
        </p:txBody>
      </p:sp>
      <p:sp>
        <p:nvSpPr>
          <p:cNvPr id="10" name="Content Placeholder 9">
            <a:extLst>
              <a:ext uri="{FF2B5EF4-FFF2-40B4-BE49-F238E27FC236}">
                <a16:creationId xmlns:a16="http://schemas.microsoft.com/office/drawing/2014/main" id="{70EDF826-82C4-AF40-B123-47F791ADDD13}"/>
              </a:ext>
            </a:extLst>
          </p:cNvPr>
          <p:cNvSpPr>
            <a:spLocks noGrp="1"/>
          </p:cNvSpPr>
          <p:nvPr>
            <p:ph sz="quarter" idx="15" hasCustomPrompt="1"/>
          </p:nvPr>
        </p:nvSpPr>
        <p:spPr>
          <a:xfrm>
            <a:off x="5352288" y="1620000"/>
            <a:ext cx="6120962" cy="4140000"/>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fi-FI"/>
          </a:p>
        </p:txBody>
      </p:sp>
      <p:pic>
        <p:nvPicPr>
          <p:cNvPr id="2" name="Picture 1">
            <a:extLst>
              <a:ext uri="{FF2B5EF4-FFF2-40B4-BE49-F238E27FC236}">
                <a16:creationId xmlns:a16="http://schemas.microsoft.com/office/drawing/2014/main" id="{EBE5372F-5967-CF07-B6FE-1A3CFE846A35}"/>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11039525" y="6478173"/>
            <a:ext cx="1010226" cy="249189"/>
          </a:xfrm>
          <a:prstGeom prst="rect">
            <a:avLst/>
          </a:prstGeom>
        </p:spPr>
      </p:pic>
    </p:spTree>
    <p:extLst>
      <p:ext uri="{BB962C8B-B14F-4D97-AF65-F5344CB8AC3E}">
        <p14:creationId xmlns:p14="http://schemas.microsoft.com/office/powerpoint/2010/main" val="328948837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Dark: Blob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3A31A577-5BC5-C945-29A3-3BD7836F0C97}"/>
              </a:ext>
            </a:extLst>
          </p:cNvPr>
          <p:cNvGrpSpPr/>
          <p:nvPr userDrawn="1"/>
        </p:nvGrpSpPr>
        <p:grpSpPr>
          <a:xfrm>
            <a:off x="7787951" y="-4"/>
            <a:ext cx="4404049" cy="6865627"/>
            <a:chOff x="7787951" y="-4"/>
            <a:chExt cx="4404049" cy="6865627"/>
          </a:xfrm>
        </p:grpSpPr>
        <p:pic>
          <p:nvPicPr>
            <p:cNvPr id="5" name="Picture 4" descr="Shape, rectangle&#10;&#10;Description automatically generated">
              <a:extLst>
                <a:ext uri="{FF2B5EF4-FFF2-40B4-BE49-F238E27FC236}">
                  <a16:creationId xmlns:a16="http://schemas.microsoft.com/office/drawing/2014/main" id="{D0F8DE05-1B07-9851-51D8-A854C90DCA4D}"/>
                </a:ext>
              </a:extLst>
            </p:cNvPr>
            <p:cNvPicPr>
              <a:picLocks noChangeAspect="1"/>
            </p:cNvPicPr>
            <p:nvPr userDrawn="1"/>
          </p:nvPicPr>
          <p:blipFill>
            <a:blip r:embed="rId2" cstate="screen">
              <a:alphaModFix amt="50000"/>
              <a:extLst>
                <a:ext uri="{28A0092B-C50C-407E-A947-70E740481C1C}">
                  <a14:useLocalDpi xmlns:a14="http://schemas.microsoft.com/office/drawing/2010/main"/>
                </a:ext>
              </a:extLst>
            </a:blip>
            <a:stretch>
              <a:fillRect/>
            </a:stretch>
          </p:blipFill>
          <p:spPr>
            <a:xfrm rot="10800000">
              <a:off x="7787951" y="7636"/>
              <a:ext cx="4404049" cy="6857987"/>
            </a:xfrm>
            <a:prstGeom prst="rect">
              <a:avLst/>
            </a:prstGeom>
          </p:spPr>
        </p:pic>
        <p:pic>
          <p:nvPicPr>
            <p:cNvPr id="2" name="Picture 1" descr="A picture containing light&#10;&#10;Description automatically generated">
              <a:extLst>
                <a:ext uri="{FF2B5EF4-FFF2-40B4-BE49-F238E27FC236}">
                  <a16:creationId xmlns:a16="http://schemas.microsoft.com/office/drawing/2014/main" id="{0F25446E-DCBD-8D7B-A8D6-64530C64991A}"/>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rot="10800000">
              <a:off x="7904344" y="-4"/>
              <a:ext cx="4287656" cy="4370741"/>
            </a:xfrm>
            <a:prstGeom prst="rect">
              <a:avLst/>
            </a:prstGeom>
          </p:spPr>
        </p:pic>
      </p:grpSp>
      <p:sp>
        <p:nvSpPr>
          <p:cNvPr id="7" name="Title 1">
            <a:extLst>
              <a:ext uri="{FF2B5EF4-FFF2-40B4-BE49-F238E27FC236}">
                <a16:creationId xmlns:a16="http://schemas.microsoft.com/office/drawing/2014/main" id="{18FA58AB-891C-F549-BE0B-E1447AA80211}"/>
              </a:ext>
            </a:extLst>
          </p:cNvPr>
          <p:cNvSpPr>
            <a:spLocks noGrp="1"/>
          </p:cNvSpPr>
          <p:nvPr>
            <p:ph type="title" hasCustomPrompt="1"/>
          </p:nvPr>
        </p:nvSpPr>
        <p:spPr>
          <a:xfrm>
            <a:off x="719999" y="360000"/>
            <a:ext cx="6839041" cy="1080000"/>
          </a:xfrm>
          <a:prstGeom prst="rect">
            <a:avLst/>
          </a:prstGeom>
        </p:spPr>
        <p:txBody>
          <a:bodyPr/>
          <a:lstStyle>
            <a:lvl1pPr>
              <a:lnSpc>
                <a:spcPct val="90000"/>
              </a:lnSpc>
              <a:defRPr/>
            </a:lvl1pPr>
          </a:lstStyle>
          <a:p>
            <a:r>
              <a:rPr lang="en-US"/>
              <a:t>Click to edit title</a:t>
            </a:r>
            <a:endParaRPr lang="fi-FI"/>
          </a:p>
        </p:txBody>
      </p:sp>
      <p:sp>
        <p:nvSpPr>
          <p:cNvPr id="10" name="Content Placeholder 9">
            <a:extLst>
              <a:ext uri="{FF2B5EF4-FFF2-40B4-BE49-F238E27FC236}">
                <a16:creationId xmlns:a16="http://schemas.microsoft.com/office/drawing/2014/main" id="{70EDF826-82C4-AF40-B123-47F791ADDD13}"/>
              </a:ext>
            </a:extLst>
          </p:cNvPr>
          <p:cNvSpPr>
            <a:spLocks noGrp="1"/>
          </p:cNvSpPr>
          <p:nvPr>
            <p:ph sz="quarter" idx="15" hasCustomPrompt="1"/>
          </p:nvPr>
        </p:nvSpPr>
        <p:spPr>
          <a:xfrm>
            <a:off x="719950" y="1620000"/>
            <a:ext cx="6839090" cy="4140000"/>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fi-FI"/>
          </a:p>
        </p:txBody>
      </p:sp>
      <p:pic>
        <p:nvPicPr>
          <p:cNvPr id="3" name="Picture 2">
            <a:extLst>
              <a:ext uri="{FF2B5EF4-FFF2-40B4-BE49-F238E27FC236}">
                <a16:creationId xmlns:a16="http://schemas.microsoft.com/office/drawing/2014/main" id="{ED78408B-4819-0076-889B-8A7EBE6D98EF}"/>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11039525" y="6478173"/>
            <a:ext cx="1010226" cy="249189"/>
          </a:xfrm>
          <a:prstGeom prst="rect">
            <a:avLst/>
          </a:prstGeom>
        </p:spPr>
      </p:pic>
    </p:spTree>
    <p:extLst>
      <p:ext uri="{BB962C8B-B14F-4D97-AF65-F5344CB8AC3E}">
        <p14:creationId xmlns:p14="http://schemas.microsoft.com/office/powerpoint/2010/main" val="269507463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Dark: Blob 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4C5D1292-789B-C1C7-C54C-F6D64AC85887}"/>
              </a:ext>
            </a:extLst>
          </p:cNvPr>
          <p:cNvGrpSpPr/>
          <p:nvPr userDrawn="1"/>
        </p:nvGrpSpPr>
        <p:grpSpPr>
          <a:xfrm>
            <a:off x="7787951" y="0"/>
            <a:ext cx="4404049" cy="6865623"/>
            <a:chOff x="7787951" y="0"/>
            <a:chExt cx="4404049" cy="6865623"/>
          </a:xfrm>
        </p:grpSpPr>
        <p:pic>
          <p:nvPicPr>
            <p:cNvPr id="5" name="Picture 4" descr="Shape, rectangle&#10;&#10;Description automatically generated">
              <a:extLst>
                <a:ext uri="{FF2B5EF4-FFF2-40B4-BE49-F238E27FC236}">
                  <a16:creationId xmlns:a16="http://schemas.microsoft.com/office/drawing/2014/main" id="{8214537D-BD51-E5C2-FA26-BEBD30E03641}"/>
                </a:ext>
              </a:extLst>
            </p:cNvPr>
            <p:cNvPicPr>
              <a:picLocks noChangeAspect="1"/>
            </p:cNvPicPr>
            <p:nvPr userDrawn="1"/>
          </p:nvPicPr>
          <p:blipFill>
            <a:blip r:embed="rId2" cstate="screen">
              <a:alphaModFix amt="50000"/>
              <a:extLst>
                <a:ext uri="{28A0092B-C50C-407E-A947-70E740481C1C}">
                  <a14:useLocalDpi xmlns:a14="http://schemas.microsoft.com/office/drawing/2010/main"/>
                </a:ext>
              </a:extLst>
            </a:blip>
            <a:stretch>
              <a:fillRect/>
            </a:stretch>
          </p:blipFill>
          <p:spPr>
            <a:xfrm rot="10800000">
              <a:off x="7787951" y="7636"/>
              <a:ext cx="4404049" cy="6857987"/>
            </a:xfrm>
            <a:prstGeom prst="rect">
              <a:avLst/>
            </a:prstGeom>
          </p:spPr>
        </p:pic>
        <p:pic>
          <p:nvPicPr>
            <p:cNvPr id="2" name="Picture 1" descr="A picture containing light&#10;&#10;Description automatically generated">
              <a:extLst>
                <a:ext uri="{FF2B5EF4-FFF2-40B4-BE49-F238E27FC236}">
                  <a16:creationId xmlns:a16="http://schemas.microsoft.com/office/drawing/2014/main" id="{67C899B1-395F-7354-0B27-BD3644E160F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8684444" y="0"/>
              <a:ext cx="3507556" cy="5642629"/>
            </a:xfrm>
            <a:prstGeom prst="rect">
              <a:avLst/>
            </a:prstGeom>
          </p:spPr>
        </p:pic>
      </p:grpSp>
      <p:sp>
        <p:nvSpPr>
          <p:cNvPr id="7" name="Title 1">
            <a:extLst>
              <a:ext uri="{FF2B5EF4-FFF2-40B4-BE49-F238E27FC236}">
                <a16:creationId xmlns:a16="http://schemas.microsoft.com/office/drawing/2014/main" id="{18FA58AB-891C-F549-BE0B-E1447AA80211}"/>
              </a:ext>
            </a:extLst>
          </p:cNvPr>
          <p:cNvSpPr>
            <a:spLocks noGrp="1"/>
          </p:cNvSpPr>
          <p:nvPr>
            <p:ph type="title" hasCustomPrompt="1"/>
          </p:nvPr>
        </p:nvSpPr>
        <p:spPr>
          <a:xfrm>
            <a:off x="719999" y="360000"/>
            <a:ext cx="6839017" cy="1080000"/>
          </a:xfrm>
          <a:prstGeom prst="rect">
            <a:avLst/>
          </a:prstGeom>
        </p:spPr>
        <p:txBody>
          <a:bodyPr/>
          <a:lstStyle>
            <a:lvl1pPr>
              <a:lnSpc>
                <a:spcPct val="90000"/>
              </a:lnSpc>
              <a:defRPr/>
            </a:lvl1pPr>
          </a:lstStyle>
          <a:p>
            <a:r>
              <a:rPr lang="en-US"/>
              <a:t>Click to edit title</a:t>
            </a:r>
            <a:endParaRPr lang="fi-FI"/>
          </a:p>
        </p:txBody>
      </p:sp>
      <p:sp>
        <p:nvSpPr>
          <p:cNvPr id="10" name="Content Placeholder 9">
            <a:extLst>
              <a:ext uri="{FF2B5EF4-FFF2-40B4-BE49-F238E27FC236}">
                <a16:creationId xmlns:a16="http://schemas.microsoft.com/office/drawing/2014/main" id="{70EDF826-82C4-AF40-B123-47F791ADDD13}"/>
              </a:ext>
            </a:extLst>
          </p:cNvPr>
          <p:cNvSpPr>
            <a:spLocks noGrp="1"/>
          </p:cNvSpPr>
          <p:nvPr>
            <p:ph sz="quarter" idx="15" hasCustomPrompt="1"/>
          </p:nvPr>
        </p:nvSpPr>
        <p:spPr>
          <a:xfrm>
            <a:off x="719950" y="1620000"/>
            <a:ext cx="6839090" cy="4140000"/>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fi-FI"/>
          </a:p>
        </p:txBody>
      </p:sp>
      <p:pic>
        <p:nvPicPr>
          <p:cNvPr id="3" name="Picture 2">
            <a:extLst>
              <a:ext uri="{FF2B5EF4-FFF2-40B4-BE49-F238E27FC236}">
                <a16:creationId xmlns:a16="http://schemas.microsoft.com/office/drawing/2014/main" id="{3C860D9C-7949-B14C-41CC-9CB452AC6F33}"/>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11039525" y="6478173"/>
            <a:ext cx="1010226" cy="249189"/>
          </a:xfrm>
          <a:prstGeom prst="rect">
            <a:avLst/>
          </a:prstGeom>
        </p:spPr>
      </p:pic>
    </p:spTree>
    <p:extLst>
      <p:ext uri="{BB962C8B-B14F-4D97-AF65-F5344CB8AC3E}">
        <p14:creationId xmlns:p14="http://schemas.microsoft.com/office/powerpoint/2010/main" val="214118028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Dark: Blob 3">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01DAA39-F883-CADB-D6B0-3A8297E7677B}"/>
              </a:ext>
            </a:extLst>
          </p:cNvPr>
          <p:cNvGrpSpPr/>
          <p:nvPr userDrawn="1"/>
        </p:nvGrpSpPr>
        <p:grpSpPr>
          <a:xfrm>
            <a:off x="0" y="0"/>
            <a:ext cx="4404049" cy="6870343"/>
            <a:chOff x="0" y="0"/>
            <a:chExt cx="4404049" cy="6870343"/>
          </a:xfrm>
        </p:grpSpPr>
        <p:pic>
          <p:nvPicPr>
            <p:cNvPr id="7" name="Picture 6" descr="Shape, rectangle&#10;&#10;Description automatically generated">
              <a:extLst>
                <a:ext uri="{FF2B5EF4-FFF2-40B4-BE49-F238E27FC236}">
                  <a16:creationId xmlns:a16="http://schemas.microsoft.com/office/drawing/2014/main" id="{B0D27C7E-0DFA-8099-FC5A-FDF930844925}"/>
                </a:ext>
              </a:extLst>
            </p:cNvPr>
            <p:cNvPicPr>
              <a:picLocks noChangeAspect="1"/>
            </p:cNvPicPr>
            <p:nvPr userDrawn="1"/>
          </p:nvPicPr>
          <p:blipFill>
            <a:blip r:embed="rId2" cstate="screen">
              <a:alphaModFix amt="50000"/>
              <a:extLst>
                <a:ext uri="{28A0092B-C50C-407E-A947-70E740481C1C}">
                  <a14:useLocalDpi xmlns:a14="http://schemas.microsoft.com/office/drawing/2010/main"/>
                </a:ext>
              </a:extLst>
            </a:blip>
            <a:stretch>
              <a:fillRect/>
            </a:stretch>
          </p:blipFill>
          <p:spPr>
            <a:xfrm>
              <a:off x="0" y="12356"/>
              <a:ext cx="4404049" cy="6857987"/>
            </a:xfrm>
            <a:prstGeom prst="rect">
              <a:avLst/>
            </a:prstGeom>
          </p:spPr>
        </p:pic>
        <p:pic>
          <p:nvPicPr>
            <p:cNvPr id="3" name="Picture 2" descr="A picture containing light&#10;&#10;Description automatically generated">
              <a:extLst>
                <a:ext uri="{FF2B5EF4-FFF2-40B4-BE49-F238E27FC236}">
                  <a16:creationId xmlns:a16="http://schemas.microsoft.com/office/drawing/2014/main" id="{A08EA884-9822-3355-B669-CD443B526E3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
            <a:stretch/>
          </p:blipFill>
          <p:spPr>
            <a:xfrm rot="16200000" flipV="1">
              <a:off x="-294945" y="294946"/>
              <a:ext cx="4140000" cy="3550108"/>
            </a:xfrm>
            <a:prstGeom prst="rect">
              <a:avLst/>
            </a:prstGeom>
          </p:spPr>
        </p:pic>
      </p:grpSp>
      <p:sp>
        <p:nvSpPr>
          <p:cNvPr id="4" name="Title 1">
            <a:extLst>
              <a:ext uri="{FF2B5EF4-FFF2-40B4-BE49-F238E27FC236}">
                <a16:creationId xmlns:a16="http://schemas.microsoft.com/office/drawing/2014/main" id="{789C7C0D-5FE3-D198-3CB6-396E9193F0BB}"/>
              </a:ext>
            </a:extLst>
          </p:cNvPr>
          <p:cNvSpPr>
            <a:spLocks noGrp="1"/>
          </p:cNvSpPr>
          <p:nvPr>
            <p:ph type="title" hasCustomPrompt="1"/>
          </p:nvPr>
        </p:nvSpPr>
        <p:spPr>
          <a:xfrm>
            <a:off x="5352303" y="360000"/>
            <a:ext cx="6120897" cy="1080000"/>
          </a:xfrm>
          <a:prstGeom prst="rect">
            <a:avLst/>
          </a:prstGeom>
        </p:spPr>
        <p:txBody>
          <a:bodyPr/>
          <a:lstStyle>
            <a:lvl1pPr>
              <a:lnSpc>
                <a:spcPct val="90000"/>
              </a:lnSpc>
              <a:defRPr/>
            </a:lvl1pPr>
          </a:lstStyle>
          <a:p>
            <a:r>
              <a:rPr lang="en-US"/>
              <a:t>Click to edit title</a:t>
            </a:r>
            <a:endParaRPr lang="fi-FI"/>
          </a:p>
        </p:txBody>
      </p:sp>
      <p:sp>
        <p:nvSpPr>
          <p:cNvPr id="5" name="Content Placeholder 9">
            <a:extLst>
              <a:ext uri="{FF2B5EF4-FFF2-40B4-BE49-F238E27FC236}">
                <a16:creationId xmlns:a16="http://schemas.microsoft.com/office/drawing/2014/main" id="{E1712F29-EA4C-C05D-2BBA-09EC7D97E232}"/>
              </a:ext>
            </a:extLst>
          </p:cNvPr>
          <p:cNvSpPr>
            <a:spLocks noGrp="1"/>
          </p:cNvSpPr>
          <p:nvPr>
            <p:ph sz="quarter" idx="15" hasCustomPrompt="1"/>
          </p:nvPr>
        </p:nvSpPr>
        <p:spPr>
          <a:xfrm>
            <a:off x="5352288" y="1620000"/>
            <a:ext cx="6120962" cy="4140000"/>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fi-FI"/>
          </a:p>
        </p:txBody>
      </p:sp>
      <p:pic>
        <p:nvPicPr>
          <p:cNvPr id="2" name="Picture 1">
            <a:extLst>
              <a:ext uri="{FF2B5EF4-FFF2-40B4-BE49-F238E27FC236}">
                <a16:creationId xmlns:a16="http://schemas.microsoft.com/office/drawing/2014/main" id="{80BC2AD7-2CD3-D6D5-B57F-7F2067C41542}"/>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11039525" y="6478173"/>
            <a:ext cx="1010226" cy="249189"/>
          </a:xfrm>
          <a:prstGeom prst="rect">
            <a:avLst/>
          </a:prstGeom>
        </p:spPr>
      </p:pic>
    </p:spTree>
    <p:extLst>
      <p:ext uri="{BB962C8B-B14F-4D97-AF65-F5344CB8AC3E}">
        <p14:creationId xmlns:p14="http://schemas.microsoft.com/office/powerpoint/2010/main" val="5688363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Dark: Blob 4">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8FA58AB-891C-F549-BE0B-E1447AA80211}"/>
              </a:ext>
            </a:extLst>
          </p:cNvPr>
          <p:cNvSpPr>
            <a:spLocks noGrp="1"/>
          </p:cNvSpPr>
          <p:nvPr>
            <p:ph type="title" hasCustomPrompt="1"/>
          </p:nvPr>
        </p:nvSpPr>
        <p:spPr>
          <a:xfrm>
            <a:off x="719999" y="360000"/>
            <a:ext cx="6839041" cy="1080000"/>
          </a:xfrm>
          <a:prstGeom prst="rect">
            <a:avLst/>
          </a:prstGeom>
        </p:spPr>
        <p:txBody>
          <a:bodyPr/>
          <a:lstStyle>
            <a:lvl1pPr>
              <a:lnSpc>
                <a:spcPct val="90000"/>
              </a:lnSpc>
              <a:defRPr/>
            </a:lvl1pPr>
          </a:lstStyle>
          <a:p>
            <a:r>
              <a:rPr lang="en-US"/>
              <a:t>Click to edit title</a:t>
            </a:r>
            <a:endParaRPr lang="fi-FI"/>
          </a:p>
        </p:txBody>
      </p:sp>
      <p:sp>
        <p:nvSpPr>
          <p:cNvPr id="10" name="Content Placeholder 9">
            <a:extLst>
              <a:ext uri="{FF2B5EF4-FFF2-40B4-BE49-F238E27FC236}">
                <a16:creationId xmlns:a16="http://schemas.microsoft.com/office/drawing/2014/main" id="{70EDF826-82C4-AF40-B123-47F791ADDD13}"/>
              </a:ext>
            </a:extLst>
          </p:cNvPr>
          <p:cNvSpPr>
            <a:spLocks noGrp="1"/>
          </p:cNvSpPr>
          <p:nvPr>
            <p:ph sz="quarter" idx="15" hasCustomPrompt="1"/>
          </p:nvPr>
        </p:nvSpPr>
        <p:spPr>
          <a:xfrm>
            <a:off x="719950" y="1620000"/>
            <a:ext cx="6839090" cy="4140000"/>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fi-FI"/>
          </a:p>
        </p:txBody>
      </p:sp>
      <p:grpSp>
        <p:nvGrpSpPr>
          <p:cNvPr id="5" name="Group 4">
            <a:extLst>
              <a:ext uri="{FF2B5EF4-FFF2-40B4-BE49-F238E27FC236}">
                <a16:creationId xmlns:a16="http://schemas.microsoft.com/office/drawing/2014/main" id="{35FBAC37-3222-E634-A15B-8FF5729F3AA9}"/>
              </a:ext>
            </a:extLst>
          </p:cNvPr>
          <p:cNvGrpSpPr/>
          <p:nvPr userDrawn="1"/>
        </p:nvGrpSpPr>
        <p:grpSpPr>
          <a:xfrm>
            <a:off x="7787951" y="-2"/>
            <a:ext cx="4404049" cy="6865625"/>
            <a:chOff x="7787951" y="-2"/>
            <a:chExt cx="4404049" cy="6865625"/>
          </a:xfrm>
        </p:grpSpPr>
        <p:pic>
          <p:nvPicPr>
            <p:cNvPr id="4" name="Picture 3" descr="Shape, rectangle&#10;&#10;Description automatically generated">
              <a:extLst>
                <a:ext uri="{FF2B5EF4-FFF2-40B4-BE49-F238E27FC236}">
                  <a16:creationId xmlns:a16="http://schemas.microsoft.com/office/drawing/2014/main" id="{F4C0E2BA-975F-408B-E933-9498F8F42A01}"/>
                </a:ext>
              </a:extLst>
            </p:cNvPr>
            <p:cNvPicPr>
              <a:picLocks noChangeAspect="1"/>
            </p:cNvPicPr>
            <p:nvPr userDrawn="1"/>
          </p:nvPicPr>
          <p:blipFill>
            <a:blip r:embed="rId2" cstate="screen">
              <a:alphaModFix amt="50000"/>
              <a:extLst>
                <a:ext uri="{28A0092B-C50C-407E-A947-70E740481C1C}">
                  <a14:useLocalDpi xmlns:a14="http://schemas.microsoft.com/office/drawing/2010/main"/>
                </a:ext>
              </a:extLst>
            </a:blip>
            <a:stretch>
              <a:fillRect/>
            </a:stretch>
          </p:blipFill>
          <p:spPr>
            <a:xfrm rot="10800000">
              <a:off x="7787951" y="7636"/>
              <a:ext cx="4404049" cy="6857987"/>
            </a:xfrm>
            <a:prstGeom prst="rect">
              <a:avLst/>
            </a:prstGeom>
          </p:spPr>
        </p:pic>
        <p:pic>
          <p:nvPicPr>
            <p:cNvPr id="9" name="Picture 8" descr="A red circle with a black background&#10;&#10;Description automatically generated with low confidence">
              <a:extLst>
                <a:ext uri="{FF2B5EF4-FFF2-40B4-BE49-F238E27FC236}">
                  <a16:creationId xmlns:a16="http://schemas.microsoft.com/office/drawing/2014/main" id="{318BAACE-0782-7785-2BC4-9E3F1699D91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rot="10800000">
              <a:off x="8189770" y="-2"/>
              <a:ext cx="4002229" cy="4869001"/>
            </a:xfrm>
            <a:prstGeom prst="rect">
              <a:avLst/>
            </a:prstGeom>
          </p:spPr>
        </p:pic>
      </p:grpSp>
      <p:pic>
        <p:nvPicPr>
          <p:cNvPr id="3" name="Picture 2">
            <a:extLst>
              <a:ext uri="{FF2B5EF4-FFF2-40B4-BE49-F238E27FC236}">
                <a16:creationId xmlns:a16="http://schemas.microsoft.com/office/drawing/2014/main" id="{8FB13B8F-64DE-028B-F098-5EE0AA8D8CAE}"/>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11039525" y="6478173"/>
            <a:ext cx="1010226" cy="249189"/>
          </a:xfrm>
          <a:prstGeom prst="rect">
            <a:avLst/>
          </a:prstGeom>
        </p:spPr>
      </p:pic>
    </p:spTree>
    <p:extLst>
      <p:ext uri="{BB962C8B-B14F-4D97-AF65-F5344CB8AC3E}">
        <p14:creationId xmlns:p14="http://schemas.microsoft.com/office/powerpoint/2010/main" val="8870169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Dark: Basic Blue">
    <p:spTree>
      <p:nvGrpSpPr>
        <p:cNvPr id="1" name=""/>
        <p:cNvGrpSpPr/>
        <p:nvPr/>
      </p:nvGrpSpPr>
      <p:grpSpPr>
        <a:xfrm>
          <a:off x="0" y="0"/>
          <a:ext cx="0" cy="0"/>
          <a:chOff x="0" y="0"/>
          <a:chExt cx="0" cy="0"/>
        </a:xfrm>
      </p:grpSpPr>
      <p:pic>
        <p:nvPicPr>
          <p:cNvPr id="2" name="Picture 1" descr="Background pattern&#10;&#10;Description automatically generated with low confidence">
            <a:extLst>
              <a:ext uri="{FF2B5EF4-FFF2-40B4-BE49-F238E27FC236}">
                <a16:creationId xmlns:a16="http://schemas.microsoft.com/office/drawing/2014/main" id="{AA390B87-25E2-CDAD-9152-9ADA1C10AAD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1914"/>
          <a:stretch/>
        </p:blipFill>
        <p:spPr>
          <a:xfrm>
            <a:off x="0" y="0"/>
            <a:ext cx="8407983" cy="6858000"/>
          </a:xfrm>
          <a:prstGeom prst="rect">
            <a:avLst/>
          </a:prstGeom>
        </p:spPr>
      </p:pic>
      <p:sp>
        <p:nvSpPr>
          <p:cNvPr id="10" name="Title 1">
            <a:extLst>
              <a:ext uri="{FF2B5EF4-FFF2-40B4-BE49-F238E27FC236}">
                <a16:creationId xmlns:a16="http://schemas.microsoft.com/office/drawing/2014/main" id="{20D62563-9864-A240-85B9-97F585F33782}"/>
              </a:ext>
            </a:extLst>
          </p:cNvPr>
          <p:cNvSpPr>
            <a:spLocks noGrp="1"/>
          </p:cNvSpPr>
          <p:nvPr>
            <p:ph type="title" hasCustomPrompt="1"/>
          </p:nvPr>
        </p:nvSpPr>
        <p:spPr>
          <a:xfrm>
            <a:off x="720000" y="360000"/>
            <a:ext cx="4876128" cy="1080000"/>
          </a:xfrm>
          <a:prstGeom prst="rect">
            <a:avLst/>
          </a:prstGeom>
        </p:spPr>
        <p:txBody>
          <a:bodyPr/>
          <a:lstStyle>
            <a:lvl1pPr>
              <a:defRPr>
                <a:solidFill>
                  <a:schemeClr val="tx1"/>
                </a:solidFill>
              </a:defRPr>
            </a:lvl1pPr>
          </a:lstStyle>
          <a:p>
            <a:r>
              <a:rPr lang="en-US"/>
              <a:t>Click to edit title</a:t>
            </a:r>
            <a:endParaRPr lang="fi-FI"/>
          </a:p>
        </p:txBody>
      </p:sp>
      <p:sp>
        <p:nvSpPr>
          <p:cNvPr id="12" name="Content Placeholder 11">
            <a:extLst>
              <a:ext uri="{FF2B5EF4-FFF2-40B4-BE49-F238E27FC236}">
                <a16:creationId xmlns:a16="http://schemas.microsoft.com/office/drawing/2014/main" id="{B4D1DBF8-89E5-7A46-8424-1B6FD2A85B9A}"/>
              </a:ext>
            </a:extLst>
          </p:cNvPr>
          <p:cNvSpPr>
            <a:spLocks noGrp="1"/>
          </p:cNvSpPr>
          <p:nvPr>
            <p:ph sz="quarter" idx="14" hasCustomPrompt="1"/>
          </p:nvPr>
        </p:nvSpPr>
        <p:spPr>
          <a:xfrm>
            <a:off x="6096000" y="2675466"/>
            <a:ext cx="5681133" cy="3496733"/>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fi-FI"/>
          </a:p>
        </p:txBody>
      </p:sp>
      <p:pic>
        <p:nvPicPr>
          <p:cNvPr id="4" name="Picture 3">
            <a:extLst>
              <a:ext uri="{FF2B5EF4-FFF2-40B4-BE49-F238E27FC236}">
                <a16:creationId xmlns:a16="http://schemas.microsoft.com/office/drawing/2014/main" id="{0AA217E7-D381-1057-7408-DFD0CCD66B30}"/>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1039525" y="6478173"/>
            <a:ext cx="1010226" cy="249189"/>
          </a:xfrm>
          <a:prstGeom prst="rect">
            <a:avLst/>
          </a:prstGeom>
        </p:spPr>
      </p:pic>
    </p:spTree>
    <p:extLst>
      <p:ext uri="{BB962C8B-B14F-4D97-AF65-F5344CB8AC3E}">
        <p14:creationId xmlns:p14="http://schemas.microsoft.com/office/powerpoint/2010/main" val="130709152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Dark: Basic Blue 2">
    <p:spTree>
      <p:nvGrpSpPr>
        <p:cNvPr id="1" name=""/>
        <p:cNvGrpSpPr/>
        <p:nvPr/>
      </p:nvGrpSpPr>
      <p:grpSpPr>
        <a:xfrm>
          <a:off x="0" y="0"/>
          <a:ext cx="0" cy="0"/>
          <a:chOff x="0" y="0"/>
          <a:chExt cx="0" cy="0"/>
        </a:xfrm>
      </p:grpSpPr>
      <p:pic>
        <p:nvPicPr>
          <p:cNvPr id="2" name="Picture 1" descr="Shape&#10;&#10;Description automatically generated">
            <a:extLst>
              <a:ext uri="{FF2B5EF4-FFF2-40B4-BE49-F238E27FC236}">
                <a16:creationId xmlns:a16="http://schemas.microsoft.com/office/drawing/2014/main" id="{159265E9-3D4A-EBFC-0043-6BFDF0D5419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990176" y="0"/>
            <a:ext cx="3201825" cy="6855644"/>
          </a:xfrm>
          <a:prstGeom prst="rect">
            <a:avLst/>
          </a:prstGeom>
        </p:spPr>
      </p:pic>
      <p:sp>
        <p:nvSpPr>
          <p:cNvPr id="10" name="Title 1">
            <a:extLst>
              <a:ext uri="{FF2B5EF4-FFF2-40B4-BE49-F238E27FC236}">
                <a16:creationId xmlns:a16="http://schemas.microsoft.com/office/drawing/2014/main" id="{20D62563-9864-A240-85B9-97F585F33782}"/>
              </a:ext>
            </a:extLst>
          </p:cNvPr>
          <p:cNvSpPr>
            <a:spLocks noGrp="1"/>
          </p:cNvSpPr>
          <p:nvPr>
            <p:ph type="title" hasCustomPrompt="1"/>
          </p:nvPr>
        </p:nvSpPr>
        <p:spPr>
          <a:xfrm>
            <a:off x="720000" y="360000"/>
            <a:ext cx="10753200" cy="1080000"/>
          </a:xfrm>
          <a:prstGeom prst="rect">
            <a:avLst/>
          </a:prstGeom>
        </p:spPr>
        <p:txBody>
          <a:bodyPr/>
          <a:lstStyle/>
          <a:p>
            <a:r>
              <a:rPr lang="en-US"/>
              <a:t>Click to edit title</a:t>
            </a:r>
            <a:endParaRPr lang="fi-FI"/>
          </a:p>
        </p:txBody>
      </p:sp>
      <p:sp>
        <p:nvSpPr>
          <p:cNvPr id="12" name="Content Placeholder 11">
            <a:extLst>
              <a:ext uri="{FF2B5EF4-FFF2-40B4-BE49-F238E27FC236}">
                <a16:creationId xmlns:a16="http://schemas.microsoft.com/office/drawing/2014/main" id="{B4D1DBF8-89E5-7A46-8424-1B6FD2A85B9A}"/>
              </a:ext>
            </a:extLst>
          </p:cNvPr>
          <p:cNvSpPr>
            <a:spLocks noGrp="1"/>
          </p:cNvSpPr>
          <p:nvPr>
            <p:ph sz="quarter" idx="14" hasCustomPrompt="1"/>
          </p:nvPr>
        </p:nvSpPr>
        <p:spPr>
          <a:xfrm>
            <a:off x="720000" y="1620000"/>
            <a:ext cx="10752863" cy="4140000"/>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fi-FI"/>
          </a:p>
        </p:txBody>
      </p:sp>
      <p:pic>
        <p:nvPicPr>
          <p:cNvPr id="4" name="Picture 3">
            <a:extLst>
              <a:ext uri="{FF2B5EF4-FFF2-40B4-BE49-F238E27FC236}">
                <a16:creationId xmlns:a16="http://schemas.microsoft.com/office/drawing/2014/main" id="{A4CED3AE-480D-8219-0BFC-C84B3B3A8E1B}"/>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1039525" y="6478173"/>
            <a:ext cx="1010226" cy="249189"/>
          </a:xfrm>
          <a:prstGeom prst="rect">
            <a:avLst/>
          </a:prstGeom>
        </p:spPr>
      </p:pic>
    </p:spTree>
    <p:extLst>
      <p:ext uri="{BB962C8B-B14F-4D97-AF65-F5344CB8AC3E}">
        <p14:creationId xmlns:p14="http://schemas.microsoft.com/office/powerpoint/2010/main" val="104707025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Dark: Basic Red">
    <p:spTree>
      <p:nvGrpSpPr>
        <p:cNvPr id="1" name=""/>
        <p:cNvGrpSpPr/>
        <p:nvPr/>
      </p:nvGrpSpPr>
      <p:grpSpPr>
        <a:xfrm>
          <a:off x="0" y="0"/>
          <a:ext cx="0" cy="0"/>
          <a:chOff x="0" y="0"/>
          <a:chExt cx="0" cy="0"/>
        </a:xfrm>
      </p:grpSpPr>
      <p:pic>
        <p:nvPicPr>
          <p:cNvPr id="4" name="Picture 3" descr="Shape, background pattern&#10;&#10;Description automatically generated with medium confidence">
            <a:extLst>
              <a:ext uri="{FF2B5EF4-FFF2-40B4-BE49-F238E27FC236}">
                <a16:creationId xmlns:a16="http://schemas.microsoft.com/office/drawing/2014/main" id="{DC415052-4F8E-1B88-4032-EA353055981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7523"/>
          <a:stretch/>
        </p:blipFill>
        <p:spPr>
          <a:xfrm>
            <a:off x="0" y="0"/>
            <a:ext cx="8257104" cy="6858000"/>
          </a:xfrm>
          <a:prstGeom prst="rect">
            <a:avLst/>
          </a:prstGeom>
        </p:spPr>
      </p:pic>
      <p:sp>
        <p:nvSpPr>
          <p:cNvPr id="10" name="Title 1">
            <a:extLst>
              <a:ext uri="{FF2B5EF4-FFF2-40B4-BE49-F238E27FC236}">
                <a16:creationId xmlns:a16="http://schemas.microsoft.com/office/drawing/2014/main" id="{20D62563-9864-A240-85B9-97F585F33782}"/>
              </a:ext>
            </a:extLst>
          </p:cNvPr>
          <p:cNvSpPr>
            <a:spLocks noGrp="1"/>
          </p:cNvSpPr>
          <p:nvPr>
            <p:ph type="title" hasCustomPrompt="1"/>
          </p:nvPr>
        </p:nvSpPr>
        <p:spPr>
          <a:xfrm>
            <a:off x="720000" y="360000"/>
            <a:ext cx="4876128" cy="1080000"/>
          </a:xfrm>
          <a:prstGeom prst="rect">
            <a:avLst/>
          </a:prstGeom>
        </p:spPr>
        <p:txBody>
          <a:bodyPr/>
          <a:lstStyle>
            <a:lvl1pPr>
              <a:defRPr>
                <a:solidFill>
                  <a:schemeClr val="tx1"/>
                </a:solidFill>
              </a:defRPr>
            </a:lvl1pPr>
          </a:lstStyle>
          <a:p>
            <a:r>
              <a:rPr lang="en-US"/>
              <a:t>Click to edit title</a:t>
            </a:r>
            <a:endParaRPr lang="fi-FI"/>
          </a:p>
        </p:txBody>
      </p:sp>
      <p:sp>
        <p:nvSpPr>
          <p:cNvPr id="2" name="Content Placeholder 11">
            <a:extLst>
              <a:ext uri="{FF2B5EF4-FFF2-40B4-BE49-F238E27FC236}">
                <a16:creationId xmlns:a16="http://schemas.microsoft.com/office/drawing/2014/main" id="{27FEB78F-C89D-8726-E12F-4E91EEF69D75}"/>
              </a:ext>
            </a:extLst>
          </p:cNvPr>
          <p:cNvSpPr>
            <a:spLocks noGrp="1"/>
          </p:cNvSpPr>
          <p:nvPr>
            <p:ph sz="quarter" idx="14" hasCustomPrompt="1"/>
          </p:nvPr>
        </p:nvSpPr>
        <p:spPr>
          <a:xfrm>
            <a:off x="6096000" y="2675466"/>
            <a:ext cx="5681133" cy="3496733"/>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fi-FI"/>
          </a:p>
        </p:txBody>
      </p:sp>
      <p:pic>
        <p:nvPicPr>
          <p:cNvPr id="5" name="Picture 4">
            <a:extLst>
              <a:ext uri="{FF2B5EF4-FFF2-40B4-BE49-F238E27FC236}">
                <a16:creationId xmlns:a16="http://schemas.microsoft.com/office/drawing/2014/main" id="{DDCB46B5-2EBE-9F8B-5C4C-6F113098E17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1039525" y="6478173"/>
            <a:ext cx="1010226" cy="249189"/>
          </a:xfrm>
          <a:prstGeom prst="rect">
            <a:avLst/>
          </a:prstGeom>
        </p:spPr>
      </p:pic>
    </p:spTree>
    <p:extLst>
      <p:ext uri="{BB962C8B-B14F-4D97-AF65-F5344CB8AC3E}">
        <p14:creationId xmlns:p14="http://schemas.microsoft.com/office/powerpoint/2010/main" val="239198341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Dark: Basic Red 2">
    <p:spTree>
      <p:nvGrpSpPr>
        <p:cNvPr id="1" name=""/>
        <p:cNvGrpSpPr/>
        <p:nvPr/>
      </p:nvGrpSpPr>
      <p:grpSpPr>
        <a:xfrm>
          <a:off x="0" y="0"/>
          <a:ext cx="0" cy="0"/>
          <a:chOff x="0" y="0"/>
          <a:chExt cx="0" cy="0"/>
        </a:xfrm>
      </p:grpSpPr>
      <p:pic>
        <p:nvPicPr>
          <p:cNvPr id="4" name="Picture 3" descr="Shape&#10;&#10;Description automatically generated">
            <a:extLst>
              <a:ext uri="{FF2B5EF4-FFF2-40B4-BE49-F238E27FC236}">
                <a16:creationId xmlns:a16="http://schemas.microsoft.com/office/drawing/2014/main" id="{1BF75463-DECA-83CB-AF0E-57D09CE0E8B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184041" y="0"/>
            <a:ext cx="10007959" cy="6855644"/>
          </a:xfrm>
          <a:prstGeom prst="rect">
            <a:avLst/>
          </a:prstGeom>
        </p:spPr>
      </p:pic>
      <p:sp>
        <p:nvSpPr>
          <p:cNvPr id="10" name="Title 1">
            <a:extLst>
              <a:ext uri="{FF2B5EF4-FFF2-40B4-BE49-F238E27FC236}">
                <a16:creationId xmlns:a16="http://schemas.microsoft.com/office/drawing/2014/main" id="{20D62563-9864-A240-85B9-97F585F33782}"/>
              </a:ext>
            </a:extLst>
          </p:cNvPr>
          <p:cNvSpPr>
            <a:spLocks noGrp="1"/>
          </p:cNvSpPr>
          <p:nvPr>
            <p:ph type="title" hasCustomPrompt="1"/>
          </p:nvPr>
        </p:nvSpPr>
        <p:spPr>
          <a:xfrm>
            <a:off x="720000" y="360000"/>
            <a:ext cx="10753200" cy="1080000"/>
          </a:xfrm>
          <a:prstGeom prst="rect">
            <a:avLst/>
          </a:prstGeom>
        </p:spPr>
        <p:txBody>
          <a:bodyPr/>
          <a:lstStyle/>
          <a:p>
            <a:r>
              <a:rPr lang="en-US"/>
              <a:t>Click to edit title</a:t>
            </a:r>
            <a:endParaRPr lang="fi-FI"/>
          </a:p>
        </p:txBody>
      </p:sp>
      <p:sp>
        <p:nvSpPr>
          <p:cNvPr id="12" name="Content Placeholder 11">
            <a:extLst>
              <a:ext uri="{FF2B5EF4-FFF2-40B4-BE49-F238E27FC236}">
                <a16:creationId xmlns:a16="http://schemas.microsoft.com/office/drawing/2014/main" id="{B4D1DBF8-89E5-7A46-8424-1B6FD2A85B9A}"/>
              </a:ext>
            </a:extLst>
          </p:cNvPr>
          <p:cNvSpPr>
            <a:spLocks noGrp="1"/>
          </p:cNvSpPr>
          <p:nvPr>
            <p:ph sz="quarter" idx="14" hasCustomPrompt="1"/>
          </p:nvPr>
        </p:nvSpPr>
        <p:spPr>
          <a:xfrm>
            <a:off x="720000" y="1620000"/>
            <a:ext cx="10752863" cy="4140000"/>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fi-FI"/>
          </a:p>
        </p:txBody>
      </p:sp>
      <p:pic>
        <p:nvPicPr>
          <p:cNvPr id="3" name="Picture 2">
            <a:extLst>
              <a:ext uri="{FF2B5EF4-FFF2-40B4-BE49-F238E27FC236}">
                <a16:creationId xmlns:a16="http://schemas.microsoft.com/office/drawing/2014/main" id="{B7999D0F-4000-6DF5-4A77-795E5AF0CC23}"/>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1039525" y="6478173"/>
            <a:ext cx="1010226" cy="249189"/>
          </a:xfrm>
          <a:prstGeom prst="rect">
            <a:avLst/>
          </a:prstGeom>
        </p:spPr>
      </p:pic>
    </p:spTree>
    <p:extLst>
      <p:ext uri="{BB962C8B-B14F-4D97-AF65-F5344CB8AC3E}">
        <p14:creationId xmlns:p14="http://schemas.microsoft.com/office/powerpoint/2010/main" val="146786020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Dark: Empty">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01BD345-D38E-C573-1D22-8442E31DB9E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039525" y="6478173"/>
            <a:ext cx="1010226" cy="249189"/>
          </a:xfrm>
          <a:prstGeom prst="rect">
            <a:avLst/>
          </a:prstGeom>
        </p:spPr>
      </p:pic>
    </p:spTree>
    <p:extLst>
      <p:ext uri="{BB962C8B-B14F-4D97-AF65-F5344CB8AC3E}">
        <p14:creationId xmlns:p14="http://schemas.microsoft.com/office/powerpoint/2010/main" val="147901762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Dark: Contact 1">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758256BC-7454-262E-293C-BDDFF77EB5F2}"/>
              </a:ext>
            </a:extLst>
          </p:cNvPr>
          <p:cNvSpPr/>
          <p:nvPr userDrawn="1"/>
        </p:nvSpPr>
        <p:spPr>
          <a:xfrm rot="10800000">
            <a:off x="5022096" y="1806095"/>
            <a:ext cx="2153905" cy="2153905"/>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pic>
        <p:nvPicPr>
          <p:cNvPr id="6" name="Picture 5" descr="Shape, rectangle&#10;&#10;Description automatically generated">
            <a:extLst>
              <a:ext uri="{FF2B5EF4-FFF2-40B4-BE49-F238E27FC236}">
                <a16:creationId xmlns:a16="http://schemas.microsoft.com/office/drawing/2014/main" id="{BE662E80-0CF4-E9CB-9427-75AB987C31E4}"/>
              </a:ext>
            </a:extLst>
          </p:cNvPr>
          <p:cNvPicPr>
            <a:picLocks noChangeAspect="1"/>
          </p:cNvPicPr>
          <p:nvPr userDrawn="1"/>
        </p:nvPicPr>
        <p:blipFill>
          <a:blip r:embed="rId2" cstate="screen">
            <a:alphaModFix amt="50000"/>
            <a:extLst>
              <a:ext uri="{28A0092B-C50C-407E-A947-70E740481C1C}">
                <a14:useLocalDpi xmlns:a14="http://schemas.microsoft.com/office/drawing/2010/main"/>
              </a:ext>
            </a:extLst>
          </a:blip>
          <a:stretch>
            <a:fillRect/>
          </a:stretch>
        </p:blipFill>
        <p:spPr>
          <a:xfrm rot="10800000">
            <a:off x="7787951" y="13"/>
            <a:ext cx="4404049" cy="6857987"/>
          </a:xfrm>
          <a:prstGeom prst="rect">
            <a:avLst/>
          </a:prstGeom>
        </p:spPr>
      </p:pic>
      <p:sp>
        <p:nvSpPr>
          <p:cNvPr id="2" name="Title 1">
            <a:extLst>
              <a:ext uri="{FF2B5EF4-FFF2-40B4-BE49-F238E27FC236}">
                <a16:creationId xmlns:a16="http://schemas.microsoft.com/office/drawing/2014/main" id="{0857016D-915B-9644-BA48-0E91949873BD}"/>
              </a:ext>
            </a:extLst>
          </p:cNvPr>
          <p:cNvSpPr>
            <a:spLocks noGrp="1"/>
          </p:cNvSpPr>
          <p:nvPr>
            <p:ph type="title" hasCustomPrompt="1"/>
          </p:nvPr>
        </p:nvSpPr>
        <p:spPr>
          <a:xfrm>
            <a:off x="720000" y="365125"/>
            <a:ext cx="10753200" cy="1080000"/>
          </a:xfrm>
          <a:prstGeom prst="rect">
            <a:avLst/>
          </a:prstGeom>
        </p:spPr>
        <p:txBody>
          <a:bodyPr/>
          <a:lstStyle>
            <a:lvl1pPr algn="ctr">
              <a:lnSpc>
                <a:spcPct val="90000"/>
              </a:lnSpc>
              <a:defRPr/>
            </a:lvl1pPr>
          </a:lstStyle>
          <a:p>
            <a:r>
              <a:rPr lang="en-US"/>
              <a:t>Click to edit title</a:t>
            </a:r>
            <a:endParaRPr lang="fi-FI"/>
          </a:p>
        </p:txBody>
      </p:sp>
      <p:sp>
        <p:nvSpPr>
          <p:cNvPr id="9" name="Picture Placeholder 3">
            <a:extLst>
              <a:ext uri="{FF2B5EF4-FFF2-40B4-BE49-F238E27FC236}">
                <a16:creationId xmlns:a16="http://schemas.microsoft.com/office/drawing/2014/main" id="{1E3E160C-4DA0-6947-9FCD-93F06CFB3A37}"/>
              </a:ext>
            </a:extLst>
          </p:cNvPr>
          <p:cNvSpPr>
            <a:spLocks noGrp="1"/>
          </p:cNvSpPr>
          <p:nvPr>
            <p:ph type="pic" sz="quarter" idx="14"/>
          </p:nvPr>
        </p:nvSpPr>
        <p:spPr>
          <a:xfrm>
            <a:off x="5016000" y="1800000"/>
            <a:ext cx="2160000" cy="2160000"/>
          </a:xfrm>
          <a:prstGeom prst="ellipse">
            <a:avLst/>
          </a:prstGeom>
          <a:noFill/>
        </p:spPr>
        <p:txBody>
          <a:bodyPr/>
          <a:lstStyle>
            <a:lvl1pPr marL="0" indent="0" algn="ctr">
              <a:buNone/>
              <a:defRPr/>
            </a:lvl1pPr>
          </a:lstStyle>
          <a:p>
            <a:r>
              <a:rPr lang="en-US"/>
              <a:t>Click icon to add picture</a:t>
            </a:r>
            <a:endParaRPr lang="fi-FI"/>
          </a:p>
        </p:txBody>
      </p:sp>
      <p:sp>
        <p:nvSpPr>
          <p:cNvPr id="16" name="Text Placeholder 18">
            <a:extLst>
              <a:ext uri="{FF2B5EF4-FFF2-40B4-BE49-F238E27FC236}">
                <a16:creationId xmlns:a16="http://schemas.microsoft.com/office/drawing/2014/main" id="{9D1D161E-D5B8-BA4C-9A2E-3C192876BE32}"/>
              </a:ext>
            </a:extLst>
          </p:cNvPr>
          <p:cNvSpPr>
            <a:spLocks noGrp="1"/>
          </p:cNvSpPr>
          <p:nvPr>
            <p:ph type="body" sz="quarter" idx="17" hasCustomPrompt="1"/>
          </p:nvPr>
        </p:nvSpPr>
        <p:spPr>
          <a:xfrm>
            <a:off x="720000" y="4107876"/>
            <a:ext cx="10753200" cy="1670210"/>
          </a:xfrm>
        </p:spPr>
        <p:txBody>
          <a:bodyPr>
            <a:normAutofit/>
          </a:bodyPr>
          <a:lstStyle>
            <a:lvl1pPr marL="0" indent="0" algn="ctr">
              <a:lnSpc>
                <a:spcPct val="90000"/>
              </a:lnSpc>
              <a:spcBef>
                <a:spcPts val="500"/>
              </a:spcBef>
              <a:buNone/>
              <a:defRPr sz="18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pic>
        <p:nvPicPr>
          <p:cNvPr id="4" name="Picture 3">
            <a:extLst>
              <a:ext uri="{FF2B5EF4-FFF2-40B4-BE49-F238E27FC236}">
                <a16:creationId xmlns:a16="http://schemas.microsoft.com/office/drawing/2014/main" id="{A78559DD-CAF3-906A-5746-5FD7060D1C12}"/>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1039525" y="6478173"/>
            <a:ext cx="1010226" cy="249189"/>
          </a:xfrm>
          <a:prstGeom prst="rect">
            <a:avLst/>
          </a:prstGeom>
        </p:spPr>
      </p:pic>
    </p:spTree>
    <p:extLst>
      <p:ext uri="{BB962C8B-B14F-4D97-AF65-F5344CB8AC3E}">
        <p14:creationId xmlns:p14="http://schemas.microsoft.com/office/powerpoint/2010/main" val="297087321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Dark: Contact 2">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C564B205-66C1-B810-844A-3EC28AFC005E}"/>
              </a:ext>
            </a:extLst>
          </p:cNvPr>
          <p:cNvSpPr/>
          <p:nvPr userDrawn="1"/>
        </p:nvSpPr>
        <p:spPr>
          <a:xfrm rot="10800000">
            <a:off x="2520000" y="1806095"/>
            <a:ext cx="2160000" cy="2160000"/>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4" name="Oval 3">
            <a:extLst>
              <a:ext uri="{FF2B5EF4-FFF2-40B4-BE49-F238E27FC236}">
                <a16:creationId xmlns:a16="http://schemas.microsoft.com/office/drawing/2014/main" id="{989245DA-915F-D4EF-0D9C-06B72108BB8D}"/>
              </a:ext>
            </a:extLst>
          </p:cNvPr>
          <p:cNvSpPr/>
          <p:nvPr userDrawn="1"/>
        </p:nvSpPr>
        <p:spPr>
          <a:xfrm rot="10800000">
            <a:off x="7512624" y="1806095"/>
            <a:ext cx="2160000" cy="2160000"/>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pic>
        <p:nvPicPr>
          <p:cNvPr id="6" name="Picture 5" descr="Shape, rectangle&#10;&#10;Description automatically generated">
            <a:extLst>
              <a:ext uri="{FF2B5EF4-FFF2-40B4-BE49-F238E27FC236}">
                <a16:creationId xmlns:a16="http://schemas.microsoft.com/office/drawing/2014/main" id="{731BCD85-8675-D4F5-228E-356B6F430B98}"/>
              </a:ext>
            </a:extLst>
          </p:cNvPr>
          <p:cNvPicPr>
            <a:picLocks noChangeAspect="1"/>
          </p:cNvPicPr>
          <p:nvPr userDrawn="1"/>
        </p:nvPicPr>
        <p:blipFill>
          <a:blip r:embed="rId2" cstate="screen">
            <a:alphaModFix amt="50000"/>
            <a:extLst>
              <a:ext uri="{28A0092B-C50C-407E-A947-70E740481C1C}">
                <a14:useLocalDpi xmlns:a14="http://schemas.microsoft.com/office/drawing/2010/main"/>
              </a:ext>
            </a:extLst>
          </a:blip>
          <a:stretch>
            <a:fillRect/>
          </a:stretch>
        </p:blipFill>
        <p:spPr>
          <a:xfrm rot="10800000">
            <a:off x="7787951" y="13"/>
            <a:ext cx="4404049" cy="6857987"/>
          </a:xfrm>
          <a:prstGeom prst="rect">
            <a:avLst/>
          </a:prstGeom>
        </p:spPr>
      </p:pic>
      <p:sp>
        <p:nvSpPr>
          <p:cNvPr id="2" name="Title 1">
            <a:extLst>
              <a:ext uri="{FF2B5EF4-FFF2-40B4-BE49-F238E27FC236}">
                <a16:creationId xmlns:a16="http://schemas.microsoft.com/office/drawing/2014/main" id="{0857016D-915B-9644-BA48-0E91949873BD}"/>
              </a:ext>
            </a:extLst>
          </p:cNvPr>
          <p:cNvSpPr>
            <a:spLocks noGrp="1"/>
          </p:cNvSpPr>
          <p:nvPr>
            <p:ph type="title" hasCustomPrompt="1"/>
          </p:nvPr>
        </p:nvSpPr>
        <p:spPr>
          <a:xfrm>
            <a:off x="720000" y="365125"/>
            <a:ext cx="10753200" cy="1080000"/>
          </a:xfrm>
          <a:prstGeom prst="rect">
            <a:avLst/>
          </a:prstGeom>
        </p:spPr>
        <p:txBody>
          <a:bodyPr/>
          <a:lstStyle>
            <a:lvl1pPr algn="ctr">
              <a:lnSpc>
                <a:spcPct val="90000"/>
              </a:lnSpc>
              <a:defRPr/>
            </a:lvl1pPr>
          </a:lstStyle>
          <a:p>
            <a:r>
              <a:rPr lang="en-US"/>
              <a:t>Click to edit title</a:t>
            </a:r>
            <a:endParaRPr lang="fi-FI"/>
          </a:p>
        </p:txBody>
      </p:sp>
      <p:sp>
        <p:nvSpPr>
          <p:cNvPr id="9" name="Picture Placeholder 3">
            <a:extLst>
              <a:ext uri="{FF2B5EF4-FFF2-40B4-BE49-F238E27FC236}">
                <a16:creationId xmlns:a16="http://schemas.microsoft.com/office/drawing/2014/main" id="{1E3E160C-4DA0-6947-9FCD-93F06CFB3A37}"/>
              </a:ext>
            </a:extLst>
          </p:cNvPr>
          <p:cNvSpPr>
            <a:spLocks noGrp="1"/>
          </p:cNvSpPr>
          <p:nvPr>
            <p:ph type="pic" sz="quarter" idx="14"/>
          </p:nvPr>
        </p:nvSpPr>
        <p:spPr>
          <a:xfrm>
            <a:off x="2520000" y="1800000"/>
            <a:ext cx="2160000" cy="2160000"/>
          </a:xfrm>
          <a:prstGeom prst="ellipse">
            <a:avLst/>
          </a:prstGeom>
          <a:noFill/>
        </p:spPr>
        <p:txBody>
          <a:bodyPr/>
          <a:lstStyle>
            <a:lvl1pPr marL="0" indent="0" algn="ctr">
              <a:buNone/>
              <a:defRPr/>
            </a:lvl1pPr>
          </a:lstStyle>
          <a:p>
            <a:r>
              <a:rPr lang="en-US"/>
              <a:t>Click icon to add picture</a:t>
            </a:r>
            <a:endParaRPr lang="fi-FI"/>
          </a:p>
        </p:txBody>
      </p:sp>
      <p:sp>
        <p:nvSpPr>
          <p:cNvPr id="10" name="Picture Placeholder 3">
            <a:extLst>
              <a:ext uri="{FF2B5EF4-FFF2-40B4-BE49-F238E27FC236}">
                <a16:creationId xmlns:a16="http://schemas.microsoft.com/office/drawing/2014/main" id="{2108D4A2-AAAB-7445-A66C-949A4F51C489}"/>
              </a:ext>
            </a:extLst>
          </p:cNvPr>
          <p:cNvSpPr>
            <a:spLocks noGrp="1"/>
          </p:cNvSpPr>
          <p:nvPr>
            <p:ph type="pic" sz="quarter" idx="15"/>
          </p:nvPr>
        </p:nvSpPr>
        <p:spPr>
          <a:xfrm>
            <a:off x="7509600" y="1800000"/>
            <a:ext cx="2160000" cy="2160000"/>
          </a:xfrm>
          <a:prstGeom prst="ellipse">
            <a:avLst/>
          </a:prstGeom>
          <a:noFill/>
        </p:spPr>
        <p:txBody>
          <a:bodyPr/>
          <a:lstStyle>
            <a:lvl1pPr marL="0" indent="0" algn="ctr">
              <a:buNone/>
              <a:defRPr/>
            </a:lvl1pPr>
          </a:lstStyle>
          <a:p>
            <a:r>
              <a:rPr lang="en-US"/>
              <a:t>Click icon to add picture</a:t>
            </a:r>
            <a:endParaRPr lang="fi-FI"/>
          </a:p>
        </p:txBody>
      </p:sp>
      <p:sp>
        <p:nvSpPr>
          <p:cNvPr id="20" name="Text Placeholder 18">
            <a:extLst>
              <a:ext uri="{FF2B5EF4-FFF2-40B4-BE49-F238E27FC236}">
                <a16:creationId xmlns:a16="http://schemas.microsoft.com/office/drawing/2014/main" id="{9C370407-25CC-B044-9B6B-3E6F277F3480}"/>
              </a:ext>
            </a:extLst>
          </p:cNvPr>
          <p:cNvSpPr>
            <a:spLocks noGrp="1"/>
          </p:cNvSpPr>
          <p:nvPr>
            <p:ph type="body" sz="quarter" idx="17" hasCustomPrompt="1"/>
          </p:nvPr>
        </p:nvSpPr>
        <p:spPr>
          <a:xfrm>
            <a:off x="1440000" y="4107876"/>
            <a:ext cx="4320000" cy="1670210"/>
          </a:xfrm>
        </p:spPr>
        <p:txBody>
          <a:bodyPr>
            <a:normAutofit/>
          </a:bodyPr>
          <a:lstStyle>
            <a:lvl1pPr marL="0" indent="0" algn="ctr">
              <a:lnSpc>
                <a:spcPct val="90000"/>
              </a:lnSpc>
              <a:spcBef>
                <a:spcPts val="500"/>
              </a:spcBef>
              <a:buNone/>
              <a:defRPr sz="18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22" name="Text Placeholder 18">
            <a:extLst>
              <a:ext uri="{FF2B5EF4-FFF2-40B4-BE49-F238E27FC236}">
                <a16:creationId xmlns:a16="http://schemas.microsoft.com/office/drawing/2014/main" id="{B846367E-43B7-2746-BFC9-45B455F30941}"/>
              </a:ext>
            </a:extLst>
          </p:cNvPr>
          <p:cNvSpPr>
            <a:spLocks noGrp="1"/>
          </p:cNvSpPr>
          <p:nvPr>
            <p:ph type="body" sz="quarter" idx="19" hasCustomPrompt="1"/>
          </p:nvPr>
        </p:nvSpPr>
        <p:spPr>
          <a:xfrm>
            <a:off x="6429600" y="4107876"/>
            <a:ext cx="4320000" cy="1670210"/>
          </a:xfrm>
        </p:spPr>
        <p:txBody>
          <a:bodyPr>
            <a:normAutofit/>
          </a:bodyPr>
          <a:lstStyle>
            <a:lvl1pPr marL="0" indent="0" algn="ctr">
              <a:lnSpc>
                <a:spcPct val="90000"/>
              </a:lnSpc>
              <a:spcBef>
                <a:spcPts val="500"/>
              </a:spcBef>
              <a:buNone/>
              <a:defRPr sz="18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pic>
        <p:nvPicPr>
          <p:cNvPr id="5" name="Picture 4">
            <a:extLst>
              <a:ext uri="{FF2B5EF4-FFF2-40B4-BE49-F238E27FC236}">
                <a16:creationId xmlns:a16="http://schemas.microsoft.com/office/drawing/2014/main" id="{C33430A4-3702-DA6E-1C4D-D7663BB94D53}"/>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1039525" y="6478173"/>
            <a:ext cx="1010226" cy="249189"/>
          </a:xfrm>
          <a:prstGeom prst="rect">
            <a:avLst/>
          </a:prstGeom>
        </p:spPr>
      </p:pic>
    </p:spTree>
    <p:extLst>
      <p:ext uri="{BB962C8B-B14F-4D97-AF65-F5344CB8AC3E}">
        <p14:creationId xmlns:p14="http://schemas.microsoft.com/office/powerpoint/2010/main" val="252763620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Dark: Contact 4">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00C934D9-21AA-87F8-6680-0AE9D11DBD26}"/>
              </a:ext>
            </a:extLst>
          </p:cNvPr>
          <p:cNvSpPr/>
          <p:nvPr userDrawn="1"/>
        </p:nvSpPr>
        <p:spPr>
          <a:xfrm rot="10800000">
            <a:off x="720000" y="1613904"/>
            <a:ext cx="1980000" cy="1980000"/>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pic>
        <p:nvPicPr>
          <p:cNvPr id="3" name="Picture 2" descr="Shape, rectangle&#10;&#10;Description automatically generated">
            <a:extLst>
              <a:ext uri="{FF2B5EF4-FFF2-40B4-BE49-F238E27FC236}">
                <a16:creationId xmlns:a16="http://schemas.microsoft.com/office/drawing/2014/main" id="{57EBFF79-7DE2-ECEC-234C-89A7AA00C27B}"/>
              </a:ext>
            </a:extLst>
          </p:cNvPr>
          <p:cNvPicPr>
            <a:picLocks noChangeAspect="1"/>
          </p:cNvPicPr>
          <p:nvPr userDrawn="1"/>
        </p:nvPicPr>
        <p:blipFill>
          <a:blip r:embed="rId2" cstate="screen">
            <a:alphaModFix amt="50000"/>
            <a:extLst>
              <a:ext uri="{28A0092B-C50C-407E-A947-70E740481C1C}">
                <a14:useLocalDpi xmlns:a14="http://schemas.microsoft.com/office/drawing/2010/main"/>
              </a:ext>
            </a:extLst>
          </a:blip>
          <a:stretch>
            <a:fillRect/>
          </a:stretch>
        </p:blipFill>
        <p:spPr>
          <a:xfrm rot="10800000">
            <a:off x="7787951" y="13"/>
            <a:ext cx="4404049" cy="6857987"/>
          </a:xfrm>
          <a:prstGeom prst="rect">
            <a:avLst/>
          </a:prstGeom>
        </p:spPr>
      </p:pic>
      <p:sp>
        <p:nvSpPr>
          <p:cNvPr id="4" name="Picture Placeholder 3">
            <a:extLst>
              <a:ext uri="{FF2B5EF4-FFF2-40B4-BE49-F238E27FC236}">
                <a16:creationId xmlns:a16="http://schemas.microsoft.com/office/drawing/2014/main" id="{C5EABD6B-8FF7-D646-B82E-0E5F66697DB5}"/>
              </a:ext>
            </a:extLst>
          </p:cNvPr>
          <p:cNvSpPr>
            <a:spLocks noGrp="1"/>
          </p:cNvSpPr>
          <p:nvPr>
            <p:ph type="pic" sz="quarter" idx="13"/>
          </p:nvPr>
        </p:nvSpPr>
        <p:spPr>
          <a:xfrm>
            <a:off x="720000" y="1620000"/>
            <a:ext cx="1980000" cy="1980000"/>
          </a:xfrm>
          <a:prstGeom prst="ellipse">
            <a:avLst/>
          </a:prstGeom>
          <a:noFill/>
        </p:spPr>
        <p:txBody>
          <a:bodyPr/>
          <a:lstStyle>
            <a:lvl1pPr marL="0" indent="0" algn="ctr">
              <a:buNone/>
              <a:defRPr/>
            </a:lvl1pPr>
          </a:lstStyle>
          <a:p>
            <a:r>
              <a:rPr lang="en-US"/>
              <a:t>Click icon to add picture</a:t>
            </a:r>
            <a:endParaRPr lang="fi-FI"/>
          </a:p>
        </p:txBody>
      </p:sp>
      <p:sp>
        <p:nvSpPr>
          <p:cNvPr id="7" name="Title 1">
            <a:extLst>
              <a:ext uri="{FF2B5EF4-FFF2-40B4-BE49-F238E27FC236}">
                <a16:creationId xmlns:a16="http://schemas.microsoft.com/office/drawing/2014/main" id="{B8CCDFDC-418C-844F-ABE0-C1C98650F5DC}"/>
              </a:ext>
            </a:extLst>
          </p:cNvPr>
          <p:cNvSpPr>
            <a:spLocks noGrp="1"/>
          </p:cNvSpPr>
          <p:nvPr>
            <p:ph type="title" hasCustomPrompt="1"/>
          </p:nvPr>
        </p:nvSpPr>
        <p:spPr>
          <a:xfrm>
            <a:off x="720000" y="360000"/>
            <a:ext cx="10753200" cy="1080000"/>
          </a:xfrm>
          <a:prstGeom prst="rect">
            <a:avLst/>
          </a:prstGeom>
        </p:spPr>
        <p:txBody>
          <a:bodyPr/>
          <a:lstStyle>
            <a:lvl1pPr>
              <a:lnSpc>
                <a:spcPct val="90000"/>
              </a:lnSpc>
              <a:defRPr/>
            </a:lvl1pPr>
          </a:lstStyle>
          <a:p>
            <a:r>
              <a:rPr lang="en-US"/>
              <a:t>Click to edit title</a:t>
            </a:r>
            <a:endParaRPr lang="fi-FI"/>
          </a:p>
        </p:txBody>
      </p:sp>
      <p:sp>
        <p:nvSpPr>
          <p:cNvPr id="12" name="Text Placeholder 18">
            <a:extLst>
              <a:ext uri="{FF2B5EF4-FFF2-40B4-BE49-F238E27FC236}">
                <a16:creationId xmlns:a16="http://schemas.microsoft.com/office/drawing/2014/main" id="{32B68509-EB78-FC4B-A48C-19C085B1C0EC}"/>
              </a:ext>
            </a:extLst>
          </p:cNvPr>
          <p:cNvSpPr>
            <a:spLocks noGrp="1"/>
          </p:cNvSpPr>
          <p:nvPr>
            <p:ph type="body" sz="quarter" idx="17" hasCustomPrompt="1"/>
          </p:nvPr>
        </p:nvSpPr>
        <p:spPr>
          <a:xfrm>
            <a:off x="2879999" y="1620000"/>
            <a:ext cx="2854800" cy="1980000"/>
          </a:xfrm>
        </p:spPr>
        <p:txBody>
          <a:bodyPr anchor="ctr">
            <a:normAutofit/>
          </a:bodyPr>
          <a:lstStyle>
            <a:lvl1pPr marL="0" indent="0">
              <a:lnSpc>
                <a:spcPct val="90000"/>
              </a:lnSpc>
              <a:buNone/>
              <a:defRPr sz="18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3" name="Oval 12">
            <a:extLst>
              <a:ext uri="{FF2B5EF4-FFF2-40B4-BE49-F238E27FC236}">
                <a16:creationId xmlns:a16="http://schemas.microsoft.com/office/drawing/2014/main" id="{D73177E7-60AC-2E7E-2252-2D93FC6C30A1}"/>
              </a:ext>
            </a:extLst>
          </p:cNvPr>
          <p:cNvSpPr/>
          <p:nvPr userDrawn="1"/>
        </p:nvSpPr>
        <p:spPr>
          <a:xfrm rot="10800000">
            <a:off x="720000" y="3899904"/>
            <a:ext cx="1980000" cy="1980000"/>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4" name="Picture Placeholder 3">
            <a:extLst>
              <a:ext uri="{FF2B5EF4-FFF2-40B4-BE49-F238E27FC236}">
                <a16:creationId xmlns:a16="http://schemas.microsoft.com/office/drawing/2014/main" id="{0F00C2F9-E3F8-102E-142E-B6C3443A8F8E}"/>
              </a:ext>
            </a:extLst>
          </p:cNvPr>
          <p:cNvSpPr>
            <a:spLocks noGrp="1"/>
          </p:cNvSpPr>
          <p:nvPr>
            <p:ph type="pic" sz="quarter" idx="18"/>
          </p:nvPr>
        </p:nvSpPr>
        <p:spPr>
          <a:xfrm>
            <a:off x="720000" y="3906000"/>
            <a:ext cx="1980000" cy="1980000"/>
          </a:xfrm>
          <a:prstGeom prst="ellipse">
            <a:avLst/>
          </a:prstGeom>
          <a:noFill/>
        </p:spPr>
        <p:txBody>
          <a:bodyPr/>
          <a:lstStyle>
            <a:lvl1pPr marL="0" indent="0" algn="ctr">
              <a:buNone/>
              <a:defRPr/>
            </a:lvl1pPr>
          </a:lstStyle>
          <a:p>
            <a:r>
              <a:rPr lang="en-US"/>
              <a:t>Click icon to add picture</a:t>
            </a:r>
            <a:endParaRPr lang="fi-FI"/>
          </a:p>
        </p:txBody>
      </p:sp>
      <p:sp>
        <p:nvSpPr>
          <p:cNvPr id="15" name="Text Placeholder 18">
            <a:extLst>
              <a:ext uri="{FF2B5EF4-FFF2-40B4-BE49-F238E27FC236}">
                <a16:creationId xmlns:a16="http://schemas.microsoft.com/office/drawing/2014/main" id="{5E3B894C-27D3-A20A-1BF3-CD38CED782D4}"/>
              </a:ext>
            </a:extLst>
          </p:cNvPr>
          <p:cNvSpPr>
            <a:spLocks noGrp="1"/>
          </p:cNvSpPr>
          <p:nvPr>
            <p:ph type="body" sz="quarter" idx="19" hasCustomPrompt="1"/>
          </p:nvPr>
        </p:nvSpPr>
        <p:spPr>
          <a:xfrm>
            <a:off x="2879999" y="3906000"/>
            <a:ext cx="2854800" cy="1980000"/>
          </a:xfrm>
        </p:spPr>
        <p:txBody>
          <a:bodyPr anchor="ctr">
            <a:normAutofit/>
          </a:bodyPr>
          <a:lstStyle>
            <a:lvl1pPr marL="0" indent="0">
              <a:lnSpc>
                <a:spcPct val="90000"/>
              </a:lnSpc>
              <a:buNone/>
              <a:defRPr sz="18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8" name="Oval 17">
            <a:extLst>
              <a:ext uri="{FF2B5EF4-FFF2-40B4-BE49-F238E27FC236}">
                <a16:creationId xmlns:a16="http://schemas.microsoft.com/office/drawing/2014/main" id="{88975EFF-7CA8-C12F-A8F2-30891E2D891D}"/>
              </a:ext>
            </a:extLst>
          </p:cNvPr>
          <p:cNvSpPr/>
          <p:nvPr userDrawn="1"/>
        </p:nvSpPr>
        <p:spPr>
          <a:xfrm rot="10800000">
            <a:off x="6471444" y="1613904"/>
            <a:ext cx="1980000" cy="1980000"/>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9" name="Picture Placeholder 3">
            <a:extLst>
              <a:ext uri="{FF2B5EF4-FFF2-40B4-BE49-F238E27FC236}">
                <a16:creationId xmlns:a16="http://schemas.microsoft.com/office/drawing/2014/main" id="{D6C1B3F6-5F11-1110-CF17-35730094C50D}"/>
              </a:ext>
            </a:extLst>
          </p:cNvPr>
          <p:cNvSpPr>
            <a:spLocks noGrp="1"/>
          </p:cNvSpPr>
          <p:nvPr>
            <p:ph type="pic" sz="quarter" idx="20"/>
          </p:nvPr>
        </p:nvSpPr>
        <p:spPr>
          <a:xfrm>
            <a:off x="6471444" y="1620000"/>
            <a:ext cx="1980000" cy="1980000"/>
          </a:xfrm>
          <a:prstGeom prst="ellipse">
            <a:avLst/>
          </a:prstGeom>
          <a:noFill/>
        </p:spPr>
        <p:txBody>
          <a:bodyPr/>
          <a:lstStyle>
            <a:lvl1pPr marL="0" indent="0" algn="ctr">
              <a:buNone/>
              <a:defRPr/>
            </a:lvl1pPr>
          </a:lstStyle>
          <a:p>
            <a:r>
              <a:rPr lang="en-US"/>
              <a:t>Click icon to add picture</a:t>
            </a:r>
            <a:endParaRPr lang="fi-FI"/>
          </a:p>
        </p:txBody>
      </p:sp>
      <p:sp>
        <p:nvSpPr>
          <p:cNvPr id="20" name="Text Placeholder 18">
            <a:extLst>
              <a:ext uri="{FF2B5EF4-FFF2-40B4-BE49-F238E27FC236}">
                <a16:creationId xmlns:a16="http://schemas.microsoft.com/office/drawing/2014/main" id="{59625922-8A98-7705-7476-57EC725F93E5}"/>
              </a:ext>
            </a:extLst>
          </p:cNvPr>
          <p:cNvSpPr>
            <a:spLocks noGrp="1"/>
          </p:cNvSpPr>
          <p:nvPr>
            <p:ph type="body" sz="quarter" idx="21" hasCustomPrompt="1"/>
          </p:nvPr>
        </p:nvSpPr>
        <p:spPr>
          <a:xfrm>
            <a:off x="8631443" y="1620000"/>
            <a:ext cx="2854800" cy="1980000"/>
          </a:xfrm>
        </p:spPr>
        <p:txBody>
          <a:bodyPr anchor="ctr">
            <a:normAutofit/>
          </a:bodyPr>
          <a:lstStyle>
            <a:lvl1pPr marL="0" indent="0">
              <a:lnSpc>
                <a:spcPct val="90000"/>
              </a:lnSpc>
              <a:buNone/>
              <a:defRPr sz="18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21" name="Oval 20">
            <a:extLst>
              <a:ext uri="{FF2B5EF4-FFF2-40B4-BE49-F238E27FC236}">
                <a16:creationId xmlns:a16="http://schemas.microsoft.com/office/drawing/2014/main" id="{C658EBEF-C4AC-D20C-B0D7-DD79A9144541}"/>
              </a:ext>
            </a:extLst>
          </p:cNvPr>
          <p:cNvSpPr/>
          <p:nvPr userDrawn="1"/>
        </p:nvSpPr>
        <p:spPr>
          <a:xfrm rot="10800000">
            <a:off x="6471444" y="3899904"/>
            <a:ext cx="1980000" cy="1980000"/>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22" name="Picture Placeholder 3">
            <a:extLst>
              <a:ext uri="{FF2B5EF4-FFF2-40B4-BE49-F238E27FC236}">
                <a16:creationId xmlns:a16="http://schemas.microsoft.com/office/drawing/2014/main" id="{E2242108-77DC-134B-DDA4-4D86DF436B67}"/>
              </a:ext>
            </a:extLst>
          </p:cNvPr>
          <p:cNvSpPr>
            <a:spLocks noGrp="1"/>
          </p:cNvSpPr>
          <p:nvPr>
            <p:ph type="pic" sz="quarter" idx="22"/>
          </p:nvPr>
        </p:nvSpPr>
        <p:spPr>
          <a:xfrm>
            <a:off x="6471444" y="3906000"/>
            <a:ext cx="1980000" cy="1980000"/>
          </a:xfrm>
          <a:prstGeom prst="ellipse">
            <a:avLst/>
          </a:prstGeom>
          <a:noFill/>
        </p:spPr>
        <p:txBody>
          <a:bodyPr/>
          <a:lstStyle>
            <a:lvl1pPr marL="0" indent="0" algn="ctr">
              <a:buNone/>
              <a:defRPr/>
            </a:lvl1pPr>
          </a:lstStyle>
          <a:p>
            <a:r>
              <a:rPr lang="en-US"/>
              <a:t>Click icon to add picture</a:t>
            </a:r>
            <a:endParaRPr lang="fi-FI"/>
          </a:p>
        </p:txBody>
      </p:sp>
      <p:sp>
        <p:nvSpPr>
          <p:cNvPr id="24" name="Text Placeholder 18">
            <a:extLst>
              <a:ext uri="{FF2B5EF4-FFF2-40B4-BE49-F238E27FC236}">
                <a16:creationId xmlns:a16="http://schemas.microsoft.com/office/drawing/2014/main" id="{FE4630C4-A550-4D6F-5B30-55EC18BD155D}"/>
              </a:ext>
            </a:extLst>
          </p:cNvPr>
          <p:cNvSpPr>
            <a:spLocks noGrp="1"/>
          </p:cNvSpPr>
          <p:nvPr>
            <p:ph type="body" sz="quarter" idx="23" hasCustomPrompt="1"/>
          </p:nvPr>
        </p:nvSpPr>
        <p:spPr>
          <a:xfrm>
            <a:off x="8631443" y="3906000"/>
            <a:ext cx="2854800" cy="1980000"/>
          </a:xfrm>
        </p:spPr>
        <p:txBody>
          <a:bodyPr anchor="ctr">
            <a:normAutofit/>
          </a:bodyPr>
          <a:lstStyle>
            <a:lvl1pPr marL="0" indent="0">
              <a:lnSpc>
                <a:spcPct val="90000"/>
              </a:lnSpc>
              <a:buNone/>
              <a:defRPr sz="18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pic>
        <p:nvPicPr>
          <p:cNvPr id="5" name="Picture 4">
            <a:extLst>
              <a:ext uri="{FF2B5EF4-FFF2-40B4-BE49-F238E27FC236}">
                <a16:creationId xmlns:a16="http://schemas.microsoft.com/office/drawing/2014/main" id="{4A67CC4D-DB8F-5026-FA62-59BAFC9DF097}"/>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1039525" y="6478173"/>
            <a:ext cx="1010226" cy="249189"/>
          </a:xfrm>
          <a:prstGeom prst="rect">
            <a:avLst/>
          </a:prstGeom>
        </p:spPr>
      </p:pic>
    </p:spTree>
    <p:extLst>
      <p:ext uri="{BB962C8B-B14F-4D97-AF65-F5344CB8AC3E}">
        <p14:creationId xmlns:p14="http://schemas.microsoft.com/office/powerpoint/2010/main" val="76336616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Dark: Contact 6">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DC965534-76F5-1056-2B31-C7549DF7A371}"/>
              </a:ext>
            </a:extLst>
          </p:cNvPr>
          <p:cNvSpPr/>
          <p:nvPr userDrawn="1"/>
        </p:nvSpPr>
        <p:spPr>
          <a:xfrm rot="10800000">
            <a:off x="718798" y="1615333"/>
            <a:ext cx="1269334" cy="1269334"/>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pic>
        <p:nvPicPr>
          <p:cNvPr id="2" name="Picture 1" descr="Shape, rectangle&#10;&#10;Description automatically generated">
            <a:extLst>
              <a:ext uri="{FF2B5EF4-FFF2-40B4-BE49-F238E27FC236}">
                <a16:creationId xmlns:a16="http://schemas.microsoft.com/office/drawing/2014/main" id="{C94AD9C1-0EC8-2CBD-FF9A-1BF26124E4B2}"/>
              </a:ext>
            </a:extLst>
          </p:cNvPr>
          <p:cNvPicPr>
            <a:picLocks noChangeAspect="1"/>
          </p:cNvPicPr>
          <p:nvPr userDrawn="1"/>
        </p:nvPicPr>
        <p:blipFill>
          <a:blip r:embed="rId2" cstate="screen">
            <a:alphaModFix amt="50000"/>
            <a:extLst>
              <a:ext uri="{28A0092B-C50C-407E-A947-70E740481C1C}">
                <a14:useLocalDpi xmlns:a14="http://schemas.microsoft.com/office/drawing/2010/main"/>
              </a:ext>
            </a:extLst>
          </a:blip>
          <a:stretch>
            <a:fillRect/>
          </a:stretch>
        </p:blipFill>
        <p:spPr>
          <a:xfrm rot="10800000">
            <a:off x="7787951" y="13"/>
            <a:ext cx="4404049" cy="6857987"/>
          </a:xfrm>
          <a:prstGeom prst="rect">
            <a:avLst/>
          </a:prstGeom>
        </p:spPr>
      </p:pic>
      <p:sp>
        <p:nvSpPr>
          <p:cNvPr id="4" name="Picture Placeholder 3">
            <a:extLst>
              <a:ext uri="{FF2B5EF4-FFF2-40B4-BE49-F238E27FC236}">
                <a16:creationId xmlns:a16="http://schemas.microsoft.com/office/drawing/2014/main" id="{C5EABD6B-8FF7-D646-B82E-0E5F66697DB5}"/>
              </a:ext>
            </a:extLst>
          </p:cNvPr>
          <p:cNvSpPr>
            <a:spLocks noGrp="1"/>
          </p:cNvSpPr>
          <p:nvPr>
            <p:ph type="pic" sz="quarter" idx="13"/>
          </p:nvPr>
        </p:nvSpPr>
        <p:spPr>
          <a:xfrm>
            <a:off x="720000" y="1620000"/>
            <a:ext cx="1260000" cy="1260000"/>
          </a:xfrm>
          <a:prstGeom prst="ellipse">
            <a:avLst/>
          </a:prstGeom>
          <a:noFill/>
        </p:spPr>
        <p:txBody>
          <a:bodyPr>
            <a:normAutofit/>
          </a:bodyPr>
          <a:lstStyle>
            <a:lvl1pPr marL="0" indent="0" algn="ctr">
              <a:buNone/>
              <a:defRPr sz="1400"/>
            </a:lvl1pPr>
          </a:lstStyle>
          <a:p>
            <a:r>
              <a:rPr lang="en-US"/>
              <a:t>Click icon to add picture</a:t>
            </a:r>
            <a:endParaRPr lang="fi-FI"/>
          </a:p>
        </p:txBody>
      </p:sp>
      <p:sp>
        <p:nvSpPr>
          <p:cNvPr id="7" name="Title 1">
            <a:extLst>
              <a:ext uri="{FF2B5EF4-FFF2-40B4-BE49-F238E27FC236}">
                <a16:creationId xmlns:a16="http://schemas.microsoft.com/office/drawing/2014/main" id="{B8CCDFDC-418C-844F-ABE0-C1C98650F5DC}"/>
              </a:ext>
            </a:extLst>
          </p:cNvPr>
          <p:cNvSpPr>
            <a:spLocks noGrp="1"/>
          </p:cNvSpPr>
          <p:nvPr>
            <p:ph type="title" hasCustomPrompt="1"/>
          </p:nvPr>
        </p:nvSpPr>
        <p:spPr>
          <a:xfrm>
            <a:off x="720000" y="360000"/>
            <a:ext cx="10753200" cy="1080000"/>
          </a:xfrm>
          <a:prstGeom prst="rect">
            <a:avLst/>
          </a:prstGeom>
        </p:spPr>
        <p:txBody>
          <a:bodyPr/>
          <a:lstStyle>
            <a:lvl1pPr>
              <a:lnSpc>
                <a:spcPct val="90000"/>
              </a:lnSpc>
              <a:defRPr/>
            </a:lvl1pPr>
          </a:lstStyle>
          <a:p>
            <a:r>
              <a:rPr lang="en-US"/>
              <a:t>Click to edit title</a:t>
            </a:r>
            <a:endParaRPr lang="fi-FI"/>
          </a:p>
        </p:txBody>
      </p:sp>
      <p:sp>
        <p:nvSpPr>
          <p:cNvPr id="55" name="Text Placeholder 18">
            <a:extLst>
              <a:ext uri="{FF2B5EF4-FFF2-40B4-BE49-F238E27FC236}">
                <a16:creationId xmlns:a16="http://schemas.microsoft.com/office/drawing/2014/main" id="{44B025BB-494C-6444-A662-2A59CC74440E}"/>
              </a:ext>
            </a:extLst>
          </p:cNvPr>
          <p:cNvSpPr>
            <a:spLocks noGrp="1"/>
          </p:cNvSpPr>
          <p:nvPr>
            <p:ph type="body" sz="quarter" idx="40" hasCustomPrompt="1"/>
          </p:nvPr>
        </p:nvSpPr>
        <p:spPr>
          <a:xfrm>
            <a:off x="2160000" y="1616773"/>
            <a:ext cx="3578400" cy="1260000"/>
          </a:xfrm>
        </p:spPr>
        <p:txBody>
          <a:bodyPr anchor="ctr">
            <a:normAutofit/>
          </a:bodyPr>
          <a:lstStyle>
            <a:lvl1pPr marL="0" indent="0">
              <a:lnSpc>
                <a:spcPct val="90000"/>
              </a:lnSpc>
              <a:spcBef>
                <a:spcPts val="0"/>
              </a:spcBef>
              <a:buNone/>
              <a:defRPr sz="18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40" name="Oval 39">
            <a:extLst>
              <a:ext uri="{FF2B5EF4-FFF2-40B4-BE49-F238E27FC236}">
                <a16:creationId xmlns:a16="http://schemas.microsoft.com/office/drawing/2014/main" id="{D8F91072-FBBE-1585-5D95-FF2FD3DD6180}"/>
              </a:ext>
            </a:extLst>
          </p:cNvPr>
          <p:cNvSpPr/>
          <p:nvPr userDrawn="1"/>
        </p:nvSpPr>
        <p:spPr>
          <a:xfrm rot="10800000">
            <a:off x="718798" y="3059123"/>
            <a:ext cx="1269334" cy="1269334"/>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41" name="Picture Placeholder 3">
            <a:extLst>
              <a:ext uri="{FF2B5EF4-FFF2-40B4-BE49-F238E27FC236}">
                <a16:creationId xmlns:a16="http://schemas.microsoft.com/office/drawing/2014/main" id="{F1013D75-53B3-45D0-6A33-C5E8E74B639E}"/>
              </a:ext>
            </a:extLst>
          </p:cNvPr>
          <p:cNvSpPr>
            <a:spLocks noGrp="1"/>
          </p:cNvSpPr>
          <p:nvPr>
            <p:ph type="pic" sz="quarter" idx="41"/>
          </p:nvPr>
        </p:nvSpPr>
        <p:spPr>
          <a:xfrm>
            <a:off x="720000" y="3063790"/>
            <a:ext cx="1260000" cy="1260000"/>
          </a:xfrm>
          <a:prstGeom prst="ellipse">
            <a:avLst/>
          </a:prstGeom>
          <a:noFill/>
        </p:spPr>
        <p:txBody>
          <a:bodyPr>
            <a:normAutofit/>
          </a:bodyPr>
          <a:lstStyle>
            <a:lvl1pPr marL="0" indent="0" algn="ctr">
              <a:buNone/>
              <a:defRPr sz="1400"/>
            </a:lvl1pPr>
          </a:lstStyle>
          <a:p>
            <a:r>
              <a:rPr lang="en-US"/>
              <a:t>Click icon to add picture</a:t>
            </a:r>
            <a:endParaRPr lang="fi-FI"/>
          </a:p>
        </p:txBody>
      </p:sp>
      <p:sp>
        <p:nvSpPr>
          <p:cNvPr id="43" name="Text Placeholder 18">
            <a:extLst>
              <a:ext uri="{FF2B5EF4-FFF2-40B4-BE49-F238E27FC236}">
                <a16:creationId xmlns:a16="http://schemas.microsoft.com/office/drawing/2014/main" id="{6813FBAE-92AD-F1C6-49BE-3324569A7868}"/>
              </a:ext>
            </a:extLst>
          </p:cNvPr>
          <p:cNvSpPr>
            <a:spLocks noGrp="1"/>
          </p:cNvSpPr>
          <p:nvPr>
            <p:ph type="body" sz="quarter" idx="42" hasCustomPrompt="1"/>
          </p:nvPr>
        </p:nvSpPr>
        <p:spPr>
          <a:xfrm>
            <a:off x="2160000" y="3060563"/>
            <a:ext cx="3578400" cy="1260000"/>
          </a:xfrm>
        </p:spPr>
        <p:txBody>
          <a:bodyPr anchor="ctr">
            <a:normAutofit/>
          </a:bodyPr>
          <a:lstStyle>
            <a:lvl1pPr marL="0" indent="0">
              <a:lnSpc>
                <a:spcPct val="90000"/>
              </a:lnSpc>
              <a:spcBef>
                <a:spcPts val="0"/>
              </a:spcBef>
              <a:buNone/>
              <a:defRPr sz="18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44" name="Oval 43">
            <a:extLst>
              <a:ext uri="{FF2B5EF4-FFF2-40B4-BE49-F238E27FC236}">
                <a16:creationId xmlns:a16="http://schemas.microsoft.com/office/drawing/2014/main" id="{982D7AE5-2F1C-F870-5A9A-96257F4003F9}"/>
              </a:ext>
            </a:extLst>
          </p:cNvPr>
          <p:cNvSpPr/>
          <p:nvPr userDrawn="1"/>
        </p:nvSpPr>
        <p:spPr>
          <a:xfrm rot="10800000">
            <a:off x="718798" y="4502913"/>
            <a:ext cx="1269334" cy="1269334"/>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45" name="Picture Placeholder 3">
            <a:extLst>
              <a:ext uri="{FF2B5EF4-FFF2-40B4-BE49-F238E27FC236}">
                <a16:creationId xmlns:a16="http://schemas.microsoft.com/office/drawing/2014/main" id="{8A5DA6C0-BE87-FC7D-2D99-D12B5CF659CC}"/>
              </a:ext>
            </a:extLst>
          </p:cNvPr>
          <p:cNvSpPr>
            <a:spLocks noGrp="1"/>
          </p:cNvSpPr>
          <p:nvPr>
            <p:ph type="pic" sz="quarter" idx="43"/>
          </p:nvPr>
        </p:nvSpPr>
        <p:spPr>
          <a:xfrm>
            <a:off x="720000" y="4507580"/>
            <a:ext cx="1260000" cy="1260000"/>
          </a:xfrm>
          <a:prstGeom prst="ellipse">
            <a:avLst/>
          </a:prstGeom>
          <a:noFill/>
        </p:spPr>
        <p:txBody>
          <a:bodyPr>
            <a:normAutofit/>
          </a:bodyPr>
          <a:lstStyle>
            <a:lvl1pPr marL="0" indent="0" algn="ctr">
              <a:buNone/>
              <a:defRPr sz="1400"/>
            </a:lvl1pPr>
          </a:lstStyle>
          <a:p>
            <a:r>
              <a:rPr lang="en-US"/>
              <a:t>Click icon to add picture</a:t>
            </a:r>
            <a:endParaRPr lang="fi-FI"/>
          </a:p>
        </p:txBody>
      </p:sp>
      <p:sp>
        <p:nvSpPr>
          <p:cNvPr id="46" name="Text Placeholder 18">
            <a:extLst>
              <a:ext uri="{FF2B5EF4-FFF2-40B4-BE49-F238E27FC236}">
                <a16:creationId xmlns:a16="http://schemas.microsoft.com/office/drawing/2014/main" id="{BB13C76C-949B-092C-C4BD-8B09EE4BD4A9}"/>
              </a:ext>
            </a:extLst>
          </p:cNvPr>
          <p:cNvSpPr>
            <a:spLocks noGrp="1"/>
          </p:cNvSpPr>
          <p:nvPr>
            <p:ph type="body" sz="quarter" idx="44" hasCustomPrompt="1"/>
          </p:nvPr>
        </p:nvSpPr>
        <p:spPr>
          <a:xfrm>
            <a:off x="2160000" y="4504353"/>
            <a:ext cx="3578400" cy="1260000"/>
          </a:xfrm>
        </p:spPr>
        <p:txBody>
          <a:bodyPr anchor="ctr">
            <a:normAutofit/>
          </a:bodyPr>
          <a:lstStyle>
            <a:lvl1pPr marL="0" indent="0">
              <a:lnSpc>
                <a:spcPct val="90000"/>
              </a:lnSpc>
              <a:spcBef>
                <a:spcPts val="0"/>
              </a:spcBef>
              <a:buNone/>
              <a:defRPr sz="18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47" name="Oval 46">
            <a:extLst>
              <a:ext uri="{FF2B5EF4-FFF2-40B4-BE49-F238E27FC236}">
                <a16:creationId xmlns:a16="http://schemas.microsoft.com/office/drawing/2014/main" id="{BB4AAE58-2342-F692-BBD1-B30825C347B9}"/>
              </a:ext>
            </a:extLst>
          </p:cNvPr>
          <p:cNvSpPr/>
          <p:nvPr userDrawn="1"/>
        </p:nvSpPr>
        <p:spPr>
          <a:xfrm rot="10800000">
            <a:off x="6459580" y="1615333"/>
            <a:ext cx="1269334" cy="1269334"/>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49" name="Picture Placeholder 3">
            <a:extLst>
              <a:ext uri="{FF2B5EF4-FFF2-40B4-BE49-F238E27FC236}">
                <a16:creationId xmlns:a16="http://schemas.microsoft.com/office/drawing/2014/main" id="{06A7DCB3-7C73-AB3D-917C-964E2B299E1B}"/>
              </a:ext>
            </a:extLst>
          </p:cNvPr>
          <p:cNvSpPr>
            <a:spLocks noGrp="1"/>
          </p:cNvSpPr>
          <p:nvPr>
            <p:ph type="pic" sz="quarter" idx="45"/>
          </p:nvPr>
        </p:nvSpPr>
        <p:spPr>
          <a:xfrm>
            <a:off x="6460782" y="1620000"/>
            <a:ext cx="1260000" cy="1260000"/>
          </a:xfrm>
          <a:prstGeom prst="ellipse">
            <a:avLst/>
          </a:prstGeom>
          <a:noFill/>
        </p:spPr>
        <p:txBody>
          <a:bodyPr>
            <a:normAutofit/>
          </a:bodyPr>
          <a:lstStyle>
            <a:lvl1pPr marL="0" indent="0" algn="ctr">
              <a:buNone/>
              <a:defRPr sz="1400"/>
            </a:lvl1pPr>
          </a:lstStyle>
          <a:p>
            <a:r>
              <a:rPr lang="en-US"/>
              <a:t>Click icon to add picture</a:t>
            </a:r>
            <a:endParaRPr lang="fi-FI"/>
          </a:p>
        </p:txBody>
      </p:sp>
      <p:sp>
        <p:nvSpPr>
          <p:cNvPr id="50" name="Text Placeholder 18">
            <a:extLst>
              <a:ext uri="{FF2B5EF4-FFF2-40B4-BE49-F238E27FC236}">
                <a16:creationId xmlns:a16="http://schemas.microsoft.com/office/drawing/2014/main" id="{7B3B49A3-D090-B531-8E79-90CC192F630E}"/>
              </a:ext>
            </a:extLst>
          </p:cNvPr>
          <p:cNvSpPr>
            <a:spLocks noGrp="1"/>
          </p:cNvSpPr>
          <p:nvPr>
            <p:ph type="body" sz="quarter" idx="46" hasCustomPrompt="1"/>
          </p:nvPr>
        </p:nvSpPr>
        <p:spPr>
          <a:xfrm>
            <a:off x="7900782" y="1616773"/>
            <a:ext cx="3578400" cy="1260000"/>
          </a:xfrm>
        </p:spPr>
        <p:txBody>
          <a:bodyPr anchor="ctr">
            <a:normAutofit/>
          </a:bodyPr>
          <a:lstStyle>
            <a:lvl1pPr marL="0" indent="0">
              <a:lnSpc>
                <a:spcPct val="90000"/>
              </a:lnSpc>
              <a:spcBef>
                <a:spcPts val="0"/>
              </a:spcBef>
              <a:buNone/>
              <a:defRPr sz="18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52" name="Oval 51">
            <a:extLst>
              <a:ext uri="{FF2B5EF4-FFF2-40B4-BE49-F238E27FC236}">
                <a16:creationId xmlns:a16="http://schemas.microsoft.com/office/drawing/2014/main" id="{6EC059A6-A066-D613-055F-791B326B27C1}"/>
              </a:ext>
            </a:extLst>
          </p:cNvPr>
          <p:cNvSpPr/>
          <p:nvPr userDrawn="1"/>
        </p:nvSpPr>
        <p:spPr>
          <a:xfrm rot="10800000">
            <a:off x="6459580" y="3059123"/>
            <a:ext cx="1269334" cy="1269334"/>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54" name="Picture Placeholder 3">
            <a:extLst>
              <a:ext uri="{FF2B5EF4-FFF2-40B4-BE49-F238E27FC236}">
                <a16:creationId xmlns:a16="http://schemas.microsoft.com/office/drawing/2014/main" id="{A0305BEB-B803-094B-8166-248C318A3565}"/>
              </a:ext>
            </a:extLst>
          </p:cNvPr>
          <p:cNvSpPr>
            <a:spLocks noGrp="1"/>
          </p:cNvSpPr>
          <p:nvPr>
            <p:ph type="pic" sz="quarter" idx="47"/>
          </p:nvPr>
        </p:nvSpPr>
        <p:spPr>
          <a:xfrm>
            <a:off x="6460782" y="3063790"/>
            <a:ext cx="1260000" cy="1260000"/>
          </a:xfrm>
          <a:prstGeom prst="ellipse">
            <a:avLst/>
          </a:prstGeom>
          <a:noFill/>
        </p:spPr>
        <p:txBody>
          <a:bodyPr>
            <a:normAutofit/>
          </a:bodyPr>
          <a:lstStyle>
            <a:lvl1pPr marL="0" indent="0" algn="ctr">
              <a:buNone/>
              <a:defRPr sz="1400"/>
            </a:lvl1pPr>
          </a:lstStyle>
          <a:p>
            <a:r>
              <a:rPr lang="en-US"/>
              <a:t>Click icon to add picture</a:t>
            </a:r>
            <a:endParaRPr lang="fi-FI"/>
          </a:p>
        </p:txBody>
      </p:sp>
      <p:sp>
        <p:nvSpPr>
          <p:cNvPr id="56" name="Text Placeholder 18">
            <a:extLst>
              <a:ext uri="{FF2B5EF4-FFF2-40B4-BE49-F238E27FC236}">
                <a16:creationId xmlns:a16="http://schemas.microsoft.com/office/drawing/2014/main" id="{A2FCE123-F819-4C36-C478-5DD8AB3B4F7E}"/>
              </a:ext>
            </a:extLst>
          </p:cNvPr>
          <p:cNvSpPr>
            <a:spLocks noGrp="1"/>
          </p:cNvSpPr>
          <p:nvPr>
            <p:ph type="body" sz="quarter" idx="48" hasCustomPrompt="1"/>
          </p:nvPr>
        </p:nvSpPr>
        <p:spPr>
          <a:xfrm>
            <a:off x="7900782" y="3060563"/>
            <a:ext cx="3578400" cy="1260000"/>
          </a:xfrm>
        </p:spPr>
        <p:txBody>
          <a:bodyPr anchor="ctr">
            <a:normAutofit/>
          </a:bodyPr>
          <a:lstStyle>
            <a:lvl1pPr marL="0" indent="0">
              <a:lnSpc>
                <a:spcPct val="90000"/>
              </a:lnSpc>
              <a:spcBef>
                <a:spcPts val="0"/>
              </a:spcBef>
              <a:buNone/>
              <a:defRPr sz="18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58" name="Oval 57">
            <a:extLst>
              <a:ext uri="{FF2B5EF4-FFF2-40B4-BE49-F238E27FC236}">
                <a16:creationId xmlns:a16="http://schemas.microsoft.com/office/drawing/2014/main" id="{66C9126B-89DE-D096-2D1B-320D687F60BE}"/>
              </a:ext>
            </a:extLst>
          </p:cNvPr>
          <p:cNvSpPr/>
          <p:nvPr userDrawn="1"/>
        </p:nvSpPr>
        <p:spPr>
          <a:xfrm rot="10800000">
            <a:off x="6459580" y="4502913"/>
            <a:ext cx="1269334" cy="1269334"/>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59" name="Picture Placeholder 3">
            <a:extLst>
              <a:ext uri="{FF2B5EF4-FFF2-40B4-BE49-F238E27FC236}">
                <a16:creationId xmlns:a16="http://schemas.microsoft.com/office/drawing/2014/main" id="{EFF53A51-FA67-B3AF-FF1D-365F1DAADD67}"/>
              </a:ext>
            </a:extLst>
          </p:cNvPr>
          <p:cNvSpPr>
            <a:spLocks noGrp="1"/>
          </p:cNvSpPr>
          <p:nvPr>
            <p:ph type="pic" sz="quarter" idx="49"/>
          </p:nvPr>
        </p:nvSpPr>
        <p:spPr>
          <a:xfrm>
            <a:off x="6460782" y="4507580"/>
            <a:ext cx="1260000" cy="1260000"/>
          </a:xfrm>
          <a:prstGeom prst="ellipse">
            <a:avLst/>
          </a:prstGeom>
          <a:noFill/>
        </p:spPr>
        <p:txBody>
          <a:bodyPr>
            <a:normAutofit/>
          </a:bodyPr>
          <a:lstStyle>
            <a:lvl1pPr marL="0" indent="0" algn="ctr">
              <a:buNone/>
              <a:defRPr sz="1400"/>
            </a:lvl1pPr>
          </a:lstStyle>
          <a:p>
            <a:r>
              <a:rPr lang="en-US"/>
              <a:t>Click icon to add picture</a:t>
            </a:r>
            <a:endParaRPr lang="fi-FI"/>
          </a:p>
        </p:txBody>
      </p:sp>
      <p:sp>
        <p:nvSpPr>
          <p:cNvPr id="60" name="Text Placeholder 18">
            <a:extLst>
              <a:ext uri="{FF2B5EF4-FFF2-40B4-BE49-F238E27FC236}">
                <a16:creationId xmlns:a16="http://schemas.microsoft.com/office/drawing/2014/main" id="{1D955354-A5A8-A445-85E0-8BB88057EEBF}"/>
              </a:ext>
            </a:extLst>
          </p:cNvPr>
          <p:cNvSpPr>
            <a:spLocks noGrp="1"/>
          </p:cNvSpPr>
          <p:nvPr>
            <p:ph type="body" sz="quarter" idx="50" hasCustomPrompt="1"/>
          </p:nvPr>
        </p:nvSpPr>
        <p:spPr>
          <a:xfrm>
            <a:off x="7900782" y="4504353"/>
            <a:ext cx="3578400" cy="1260000"/>
          </a:xfrm>
        </p:spPr>
        <p:txBody>
          <a:bodyPr anchor="ctr">
            <a:normAutofit/>
          </a:bodyPr>
          <a:lstStyle>
            <a:lvl1pPr marL="0" indent="0">
              <a:lnSpc>
                <a:spcPct val="90000"/>
              </a:lnSpc>
              <a:spcBef>
                <a:spcPts val="0"/>
              </a:spcBef>
              <a:buNone/>
              <a:defRPr sz="18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pic>
        <p:nvPicPr>
          <p:cNvPr id="6" name="Picture 5">
            <a:extLst>
              <a:ext uri="{FF2B5EF4-FFF2-40B4-BE49-F238E27FC236}">
                <a16:creationId xmlns:a16="http://schemas.microsoft.com/office/drawing/2014/main" id="{50510144-5FAD-775D-9B55-6001EAE53962}"/>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1039525" y="6478173"/>
            <a:ext cx="1010226" cy="249189"/>
          </a:xfrm>
          <a:prstGeom prst="rect">
            <a:avLst/>
          </a:prstGeom>
        </p:spPr>
      </p:pic>
    </p:spTree>
    <p:extLst>
      <p:ext uri="{BB962C8B-B14F-4D97-AF65-F5344CB8AC3E}">
        <p14:creationId xmlns:p14="http://schemas.microsoft.com/office/powerpoint/2010/main" val="61941580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Dark: Contact Team">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22C43C12-D015-0EA1-6953-E54BF3DD2F93}"/>
              </a:ext>
            </a:extLst>
          </p:cNvPr>
          <p:cNvSpPr/>
          <p:nvPr userDrawn="1"/>
        </p:nvSpPr>
        <p:spPr>
          <a:xfrm rot="10800000">
            <a:off x="716759" y="1622868"/>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pic>
        <p:nvPicPr>
          <p:cNvPr id="2" name="Picture 1" descr="Shape, rectangle&#10;&#10;Description automatically generated">
            <a:extLst>
              <a:ext uri="{FF2B5EF4-FFF2-40B4-BE49-F238E27FC236}">
                <a16:creationId xmlns:a16="http://schemas.microsoft.com/office/drawing/2014/main" id="{E78D838E-BE89-F17E-8DC9-23CE15B3B809}"/>
              </a:ext>
            </a:extLst>
          </p:cNvPr>
          <p:cNvPicPr>
            <a:picLocks noChangeAspect="1"/>
          </p:cNvPicPr>
          <p:nvPr userDrawn="1"/>
        </p:nvPicPr>
        <p:blipFill>
          <a:blip r:embed="rId2" cstate="screen">
            <a:alphaModFix amt="50000"/>
            <a:extLst>
              <a:ext uri="{28A0092B-C50C-407E-A947-70E740481C1C}">
                <a14:useLocalDpi xmlns:a14="http://schemas.microsoft.com/office/drawing/2010/main"/>
              </a:ext>
            </a:extLst>
          </a:blip>
          <a:stretch>
            <a:fillRect/>
          </a:stretch>
        </p:blipFill>
        <p:spPr>
          <a:xfrm rot="10800000">
            <a:off x="7787951" y="13"/>
            <a:ext cx="4404049" cy="6857987"/>
          </a:xfrm>
          <a:prstGeom prst="rect">
            <a:avLst/>
          </a:prstGeom>
        </p:spPr>
      </p:pic>
      <p:sp>
        <p:nvSpPr>
          <p:cNvPr id="4" name="Picture Placeholder 3">
            <a:extLst>
              <a:ext uri="{FF2B5EF4-FFF2-40B4-BE49-F238E27FC236}">
                <a16:creationId xmlns:a16="http://schemas.microsoft.com/office/drawing/2014/main" id="{C5EABD6B-8FF7-D646-B82E-0E5F66697DB5}"/>
              </a:ext>
            </a:extLst>
          </p:cNvPr>
          <p:cNvSpPr>
            <a:spLocks noGrp="1"/>
          </p:cNvSpPr>
          <p:nvPr>
            <p:ph type="pic" sz="quarter" idx="13" hasCustomPrompt="1"/>
          </p:nvPr>
        </p:nvSpPr>
        <p:spPr>
          <a:xfrm>
            <a:off x="720000" y="1620000"/>
            <a:ext cx="540000" cy="540000"/>
          </a:xfrm>
          <a:prstGeom prst="ellipse">
            <a:avLst/>
          </a:prstGeom>
          <a:noFill/>
        </p:spPr>
        <p:txBody>
          <a:bodyPr>
            <a:normAutofit/>
          </a:bodyPr>
          <a:lstStyle>
            <a:lvl1pPr marL="0" indent="0" algn="ctr">
              <a:buNone/>
              <a:defRPr sz="1400"/>
            </a:lvl1pPr>
          </a:lstStyle>
          <a:p>
            <a:r>
              <a:rPr lang="fi-FI"/>
              <a:t>P</a:t>
            </a:r>
          </a:p>
        </p:txBody>
      </p:sp>
      <p:sp>
        <p:nvSpPr>
          <p:cNvPr id="7" name="Title 1">
            <a:extLst>
              <a:ext uri="{FF2B5EF4-FFF2-40B4-BE49-F238E27FC236}">
                <a16:creationId xmlns:a16="http://schemas.microsoft.com/office/drawing/2014/main" id="{B8CCDFDC-418C-844F-ABE0-C1C98650F5DC}"/>
              </a:ext>
            </a:extLst>
          </p:cNvPr>
          <p:cNvSpPr>
            <a:spLocks noGrp="1"/>
          </p:cNvSpPr>
          <p:nvPr>
            <p:ph type="title" hasCustomPrompt="1"/>
          </p:nvPr>
        </p:nvSpPr>
        <p:spPr>
          <a:xfrm>
            <a:off x="720000" y="360000"/>
            <a:ext cx="10753200" cy="1080000"/>
          </a:xfrm>
          <a:prstGeom prst="rect">
            <a:avLst/>
          </a:prstGeom>
        </p:spPr>
        <p:txBody>
          <a:bodyPr/>
          <a:lstStyle>
            <a:lvl1pPr>
              <a:lnSpc>
                <a:spcPct val="90000"/>
              </a:lnSpc>
              <a:defRPr/>
            </a:lvl1pPr>
          </a:lstStyle>
          <a:p>
            <a:r>
              <a:rPr lang="en-US"/>
              <a:t>Click to edit title</a:t>
            </a:r>
            <a:endParaRPr lang="fi-FI"/>
          </a:p>
        </p:txBody>
      </p:sp>
      <p:sp>
        <p:nvSpPr>
          <p:cNvPr id="55" name="Text Placeholder 18">
            <a:extLst>
              <a:ext uri="{FF2B5EF4-FFF2-40B4-BE49-F238E27FC236}">
                <a16:creationId xmlns:a16="http://schemas.microsoft.com/office/drawing/2014/main" id="{44B025BB-494C-6444-A662-2A59CC74440E}"/>
              </a:ext>
            </a:extLst>
          </p:cNvPr>
          <p:cNvSpPr>
            <a:spLocks noGrp="1"/>
          </p:cNvSpPr>
          <p:nvPr>
            <p:ph type="body" sz="quarter" idx="40" hasCustomPrompt="1"/>
          </p:nvPr>
        </p:nvSpPr>
        <p:spPr>
          <a:xfrm>
            <a:off x="1260000" y="1620000"/>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42" name="Oval 41">
            <a:extLst>
              <a:ext uri="{FF2B5EF4-FFF2-40B4-BE49-F238E27FC236}">
                <a16:creationId xmlns:a16="http://schemas.microsoft.com/office/drawing/2014/main" id="{FE40B4BB-F2EF-4DE8-CEF0-B4012583817A}"/>
              </a:ext>
            </a:extLst>
          </p:cNvPr>
          <p:cNvSpPr/>
          <p:nvPr userDrawn="1"/>
        </p:nvSpPr>
        <p:spPr>
          <a:xfrm rot="10800000">
            <a:off x="716759" y="2371013"/>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43" name="Picture Placeholder 3">
            <a:extLst>
              <a:ext uri="{FF2B5EF4-FFF2-40B4-BE49-F238E27FC236}">
                <a16:creationId xmlns:a16="http://schemas.microsoft.com/office/drawing/2014/main" id="{18AC2800-C3EF-499A-08B1-FAB1D6698604}"/>
              </a:ext>
            </a:extLst>
          </p:cNvPr>
          <p:cNvSpPr>
            <a:spLocks noGrp="1"/>
          </p:cNvSpPr>
          <p:nvPr>
            <p:ph type="pic" sz="quarter" idx="41" hasCustomPrompt="1"/>
          </p:nvPr>
        </p:nvSpPr>
        <p:spPr>
          <a:xfrm>
            <a:off x="720000" y="2368145"/>
            <a:ext cx="540000" cy="540000"/>
          </a:xfrm>
          <a:prstGeom prst="ellipse">
            <a:avLst/>
          </a:prstGeom>
          <a:noFill/>
        </p:spPr>
        <p:txBody>
          <a:bodyPr>
            <a:normAutofit/>
          </a:bodyPr>
          <a:lstStyle>
            <a:lvl1pPr marL="0" indent="0" algn="ctr">
              <a:buNone/>
              <a:defRPr sz="1400"/>
            </a:lvl1pPr>
          </a:lstStyle>
          <a:p>
            <a:r>
              <a:rPr lang="fi-FI"/>
              <a:t>P</a:t>
            </a:r>
          </a:p>
        </p:txBody>
      </p:sp>
      <p:sp>
        <p:nvSpPr>
          <p:cNvPr id="44" name="Text Placeholder 18">
            <a:extLst>
              <a:ext uri="{FF2B5EF4-FFF2-40B4-BE49-F238E27FC236}">
                <a16:creationId xmlns:a16="http://schemas.microsoft.com/office/drawing/2014/main" id="{2023100A-5D28-FF65-B226-4F472C427565}"/>
              </a:ext>
            </a:extLst>
          </p:cNvPr>
          <p:cNvSpPr>
            <a:spLocks noGrp="1"/>
          </p:cNvSpPr>
          <p:nvPr>
            <p:ph type="body" sz="quarter" idx="42" hasCustomPrompt="1"/>
          </p:nvPr>
        </p:nvSpPr>
        <p:spPr>
          <a:xfrm>
            <a:off x="1260000" y="2368145"/>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47" name="Oval 46">
            <a:extLst>
              <a:ext uri="{FF2B5EF4-FFF2-40B4-BE49-F238E27FC236}">
                <a16:creationId xmlns:a16="http://schemas.microsoft.com/office/drawing/2014/main" id="{CD581F9B-DF1E-0ADC-9DCA-A2B69B6A7D8A}"/>
              </a:ext>
            </a:extLst>
          </p:cNvPr>
          <p:cNvSpPr/>
          <p:nvPr userDrawn="1"/>
        </p:nvSpPr>
        <p:spPr>
          <a:xfrm rot="10800000">
            <a:off x="716759" y="3104045"/>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48" name="Picture Placeholder 3">
            <a:extLst>
              <a:ext uri="{FF2B5EF4-FFF2-40B4-BE49-F238E27FC236}">
                <a16:creationId xmlns:a16="http://schemas.microsoft.com/office/drawing/2014/main" id="{AAB50452-6142-A58D-7C86-3029D5E661EF}"/>
              </a:ext>
            </a:extLst>
          </p:cNvPr>
          <p:cNvSpPr>
            <a:spLocks noGrp="1"/>
          </p:cNvSpPr>
          <p:nvPr>
            <p:ph type="pic" sz="quarter" idx="43" hasCustomPrompt="1"/>
          </p:nvPr>
        </p:nvSpPr>
        <p:spPr>
          <a:xfrm>
            <a:off x="720000" y="3101177"/>
            <a:ext cx="540000" cy="540000"/>
          </a:xfrm>
          <a:prstGeom prst="ellipse">
            <a:avLst/>
          </a:prstGeom>
          <a:noFill/>
        </p:spPr>
        <p:txBody>
          <a:bodyPr>
            <a:normAutofit/>
          </a:bodyPr>
          <a:lstStyle>
            <a:lvl1pPr marL="0" indent="0" algn="ctr">
              <a:buNone/>
              <a:defRPr sz="1400"/>
            </a:lvl1pPr>
          </a:lstStyle>
          <a:p>
            <a:r>
              <a:rPr lang="fi-FI"/>
              <a:t>P</a:t>
            </a:r>
          </a:p>
        </p:txBody>
      </p:sp>
      <p:sp>
        <p:nvSpPr>
          <p:cNvPr id="49" name="Text Placeholder 18">
            <a:extLst>
              <a:ext uri="{FF2B5EF4-FFF2-40B4-BE49-F238E27FC236}">
                <a16:creationId xmlns:a16="http://schemas.microsoft.com/office/drawing/2014/main" id="{CC75CB6F-E979-E525-57C1-4D6A641339FD}"/>
              </a:ext>
            </a:extLst>
          </p:cNvPr>
          <p:cNvSpPr>
            <a:spLocks noGrp="1"/>
          </p:cNvSpPr>
          <p:nvPr>
            <p:ph type="body" sz="quarter" idx="44" hasCustomPrompt="1"/>
          </p:nvPr>
        </p:nvSpPr>
        <p:spPr>
          <a:xfrm>
            <a:off x="1260000" y="3101177"/>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50" name="Oval 49">
            <a:extLst>
              <a:ext uri="{FF2B5EF4-FFF2-40B4-BE49-F238E27FC236}">
                <a16:creationId xmlns:a16="http://schemas.microsoft.com/office/drawing/2014/main" id="{05AC951D-3117-3F27-7FE8-1E0AD718D882}"/>
              </a:ext>
            </a:extLst>
          </p:cNvPr>
          <p:cNvSpPr/>
          <p:nvPr userDrawn="1"/>
        </p:nvSpPr>
        <p:spPr>
          <a:xfrm rot="10800000">
            <a:off x="716759" y="3852190"/>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51" name="Picture Placeholder 3">
            <a:extLst>
              <a:ext uri="{FF2B5EF4-FFF2-40B4-BE49-F238E27FC236}">
                <a16:creationId xmlns:a16="http://schemas.microsoft.com/office/drawing/2014/main" id="{A99E94E2-4524-A95D-77B5-A6BD36A5FCDB}"/>
              </a:ext>
            </a:extLst>
          </p:cNvPr>
          <p:cNvSpPr>
            <a:spLocks noGrp="1"/>
          </p:cNvSpPr>
          <p:nvPr>
            <p:ph type="pic" sz="quarter" idx="45" hasCustomPrompt="1"/>
          </p:nvPr>
        </p:nvSpPr>
        <p:spPr>
          <a:xfrm>
            <a:off x="720000" y="3849322"/>
            <a:ext cx="540000" cy="540000"/>
          </a:xfrm>
          <a:prstGeom prst="ellipse">
            <a:avLst/>
          </a:prstGeom>
          <a:noFill/>
        </p:spPr>
        <p:txBody>
          <a:bodyPr>
            <a:normAutofit/>
          </a:bodyPr>
          <a:lstStyle>
            <a:lvl1pPr marL="0" indent="0" algn="ctr">
              <a:buNone/>
              <a:defRPr sz="1400"/>
            </a:lvl1pPr>
          </a:lstStyle>
          <a:p>
            <a:r>
              <a:rPr lang="fi-FI"/>
              <a:t>P</a:t>
            </a:r>
          </a:p>
        </p:txBody>
      </p:sp>
      <p:sp>
        <p:nvSpPr>
          <p:cNvPr id="52" name="Text Placeholder 18">
            <a:extLst>
              <a:ext uri="{FF2B5EF4-FFF2-40B4-BE49-F238E27FC236}">
                <a16:creationId xmlns:a16="http://schemas.microsoft.com/office/drawing/2014/main" id="{F26FB4A3-D085-06AB-5BAC-0B8199668806}"/>
              </a:ext>
            </a:extLst>
          </p:cNvPr>
          <p:cNvSpPr>
            <a:spLocks noGrp="1"/>
          </p:cNvSpPr>
          <p:nvPr>
            <p:ph type="body" sz="quarter" idx="46" hasCustomPrompt="1"/>
          </p:nvPr>
        </p:nvSpPr>
        <p:spPr>
          <a:xfrm>
            <a:off x="1260000" y="3849322"/>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53" name="Oval 52">
            <a:extLst>
              <a:ext uri="{FF2B5EF4-FFF2-40B4-BE49-F238E27FC236}">
                <a16:creationId xmlns:a16="http://schemas.microsoft.com/office/drawing/2014/main" id="{8D4BCB21-9955-BBDD-BD29-106C9A1422CA}"/>
              </a:ext>
            </a:extLst>
          </p:cNvPr>
          <p:cNvSpPr/>
          <p:nvPr userDrawn="1"/>
        </p:nvSpPr>
        <p:spPr>
          <a:xfrm rot="10800000">
            <a:off x="716759" y="4600336"/>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57" name="Picture Placeholder 3">
            <a:extLst>
              <a:ext uri="{FF2B5EF4-FFF2-40B4-BE49-F238E27FC236}">
                <a16:creationId xmlns:a16="http://schemas.microsoft.com/office/drawing/2014/main" id="{D69E507A-D84C-D3AA-004F-FF827D4E56F9}"/>
              </a:ext>
            </a:extLst>
          </p:cNvPr>
          <p:cNvSpPr>
            <a:spLocks noGrp="1"/>
          </p:cNvSpPr>
          <p:nvPr>
            <p:ph type="pic" sz="quarter" idx="47" hasCustomPrompt="1"/>
          </p:nvPr>
        </p:nvSpPr>
        <p:spPr>
          <a:xfrm>
            <a:off x="720000" y="4597468"/>
            <a:ext cx="540000" cy="540000"/>
          </a:xfrm>
          <a:prstGeom prst="ellipse">
            <a:avLst/>
          </a:prstGeom>
          <a:noFill/>
        </p:spPr>
        <p:txBody>
          <a:bodyPr>
            <a:normAutofit/>
          </a:bodyPr>
          <a:lstStyle>
            <a:lvl1pPr marL="0" indent="0" algn="ctr">
              <a:buNone/>
              <a:defRPr sz="1400"/>
            </a:lvl1pPr>
          </a:lstStyle>
          <a:p>
            <a:r>
              <a:rPr lang="fi-FI"/>
              <a:t>P</a:t>
            </a:r>
          </a:p>
        </p:txBody>
      </p:sp>
      <p:sp>
        <p:nvSpPr>
          <p:cNvPr id="58" name="Text Placeholder 18">
            <a:extLst>
              <a:ext uri="{FF2B5EF4-FFF2-40B4-BE49-F238E27FC236}">
                <a16:creationId xmlns:a16="http://schemas.microsoft.com/office/drawing/2014/main" id="{65A4DFCC-21B5-9E3D-26FD-227BEAD99EA7}"/>
              </a:ext>
            </a:extLst>
          </p:cNvPr>
          <p:cNvSpPr>
            <a:spLocks noGrp="1"/>
          </p:cNvSpPr>
          <p:nvPr>
            <p:ph type="body" sz="quarter" idx="48" hasCustomPrompt="1"/>
          </p:nvPr>
        </p:nvSpPr>
        <p:spPr>
          <a:xfrm>
            <a:off x="1260000" y="4597468"/>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59" name="Oval 58">
            <a:extLst>
              <a:ext uri="{FF2B5EF4-FFF2-40B4-BE49-F238E27FC236}">
                <a16:creationId xmlns:a16="http://schemas.microsoft.com/office/drawing/2014/main" id="{9D9D72AD-77F1-85F4-C21A-987A5BE306B7}"/>
              </a:ext>
            </a:extLst>
          </p:cNvPr>
          <p:cNvSpPr/>
          <p:nvPr userDrawn="1"/>
        </p:nvSpPr>
        <p:spPr>
          <a:xfrm rot="10800000">
            <a:off x="716759" y="5348481"/>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0" name="Picture Placeholder 3">
            <a:extLst>
              <a:ext uri="{FF2B5EF4-FFF2-40B4-BE49-F238E27FC236}">
                <a16:creationId xmlns:a16="http://schemas.microsoft.com/office/drawing/2014/main" id="{E449242D-F050-E0E5-5584-8185D94CAA00}"/>
              </a:ext>
            </a:extLst>
          </p:cNvPr>
          <p:cNvSpPr>
            <a:spLocks noGrp="1"/>
          </p:cNvSpPr>
          <p:nvPr>
            <p:ph type="pic" sz="quarter" idx="49" hasCustomPrompt="1"/>
          </p:nvPr>
        </p:nvSpPr>
        <p:spPr>
          <a:xfrm>
            <a:off x="720000" y="5345613"/>
            <a:ext cx="540000" cy="540000"/>
          </a:xfrm>
          <a:prstGeom prst="ellipse">
            <a:avLst/>
          </a:prstGeom>
          <a:noFill/>
        </p:spPr>
        <p:txBody>
          <a:bodyPr>
            <a:normAutofit/>
          </a:bodyPr>
          <a:lstStyle>
            <a:lvl1pPr marL="0" indent="0" algn="ctr">
              <a:buNone/>
              <a:defRPr sz="1400"/>
            </a:lvl1pPr>
          </a:lstStyle>
          <a:p>
            <a:r>
              <a:rPr lang="fi-FI"/>
              <a:t>P</a:t>
            </a:r>
          </a:p>
        </p:txBody>
      </p:sp>
      <p:sp>
        <p:nvSpPr>
          <p:cNvPr id="61" name="Text Placeholder 18">
            <a:extLst>
              <a:ext uri="{FF2B5EF4-FFF2-40B4-BE49-F238E27FC236}">
                <a16:creationId xmlns:a16="http://schemas.microsoft.com/office/drawing/2014/main" id="{749C2F95-D742-3A96-15B9-78AF315DE69A}"/>
              </a:ext>
            </a:extLst>
          </p:cNvPr>
          <p:cNvSpPr>
            <a:spLocks noGrp="1"/>
          </p:cNvSpPr>
          <p:nvPr>
            <p:ph type="body" sz="quarter" idx="50" hasCustomPrompt="1"/>
          </p:nvPr>
        </p:nvSpPr>
        <p:spPr>
          <a:xfrm>
            <a:off x="1260000" y="5345613"/>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62" name="Oval 61">
            <a:extLst>
              <a:ext uri="{FF2B5EF4-FFF2-40B4-BE49-F238E27FC236}">
                <a16:creationId xmlns:a16="http://schemas.microsoft.com/office/drawing/2014/main" id="{E690F7B7-2C8D-3199-0BBB-514427EE9DBA}"/>
              </a:ext>
            </a:extLst>
          </p:cNvPr>
          <p:cNvSpPr/>
          <p:nvPr userDrawn="1"/>
        </p:nvSpPr>
        <p:spPr>
          <a:xfrm rot="10800000">
            <a:off x="2915737" y="1622868"/>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11" name="Picture Placeholder 3">
            <a:extLst>
              <a:ext uri="{FF2B5EF4-FFF2-40B4-BE49-F238E27FC236}">
                <a16:creationId xmlns:a16="http://schemas.microsoft.com/office/drawing/2014/main" id="{3044B6BC-978D-7B18-5F1D-5B2D25FACCA0}"/>
              </a:ext>
            </a:extLst>
          </p:cNvPr>
          <p:cNvSpPr>
            <a:spLocks noGrp="1"/>
          </p:cNvSpPr>
          <p:nvPr>
            <p:ph type="pic" sz="quarter" idx="51" hasCustomPrompt="1"/>
          </p:nvPr>
        </p:nvSpPr>
        <p:spPr>
          <a:xfrm>
            <a:off x="2918978" y="1620000"/>
            <a:ext cx="540000" cy="540000"/>
          </a:xfrm>
          <a:prstGeom prst="ellipse">
            <a:avLst/>
          </a:prstGeom>
          <a:noFill/>
        </p:spPr>
        <p:txBody>
          <a:bodyPr>
            <a:normAutofit/>
          </a:bodyPr>
          <a:lstStyle>
            <a:lvl1pPr marL="0" indent="0" algn="ctr">
              <a:buNone/>
              <a:defRPr sz="1400"/>
            </a:lvl1pPr>
          </a:lstStyle>
          <a:p>
            <a:r>
              <a:rPr lang="fi-FI"/>
              <a:t>P</a:t>
            </a:r>
          </a:p>
        </p:txBody>
      </p:sp>
      <p:sp>
        <p:nvSpPr>
          <p:cNvPr id="112" name="Text Placeholder 18">
            <a:extLst>
              <a:ext uri="{FF2B5EF4-FFF2-40B4-BE49-F238E27FC236}">
                <a16:creationId xmlns:a16="http://schemas.microsoft.com/office/drawing/2014/main" id="{F642D2F8-BE19-39A5-6D1D-4C1D4951883D}"/>
              </a:ext>
            </a:extLst>
          </p:cNvPr>
          <p:cNvSpPr>
            <a:spLocks noGrp="1"/>
          </p:cNvSpPr>
          <p:nvPr>
            <p:ph type="body" sz="quarter" idx="52" hasCustomPrompt="1"/>
          </p:nvPr>
        </p:nvSpPr>
        <p:spPr>
          <a:xfrm>
            <a:off x="3458978" y="1620000"/>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13" name="Oval 112">
            <a:extLst>
              <a:ext uri="{FF2B5EF4-FFF2-40B4-BE49-F238E27FC236}">
                <a16:creationId xmlns:a16="http://schemas.microsoft.com/office/drawing/2014/main" id="{3534C2E9-0140-5FDB-6AC4-927EAA96F9CE}"/>
              </a:ext>
            </a:extLst>
          </p:cNvPr>
          <p:cNvSpPr/>
          <p:nvPr userDrawn="1"/>
        </p:nvSpPr>
        <p:spPr>
          <a:xfrm rot="10800000">
            <a:off x="2915737" y="2371013"/>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14" name="Picture Placeholder 3">
            <a:extLst>
              <a:ext uri="{FF2B5EF4-FFF2-40B4-BE49-F238E27FC236}">
                <a16:creationId xmlns:a16="http://schemas.microsoft.com/office/drawing/2014/main" id="{67B75E85-C8C3-BA00-615D-DE465A2E866B}"/>
              </a:ext>
            </a:extLst>
          </p:cNvPr>
          <p:cNvSpPr>
            <a:spLocks noGrp="1"/>
          </p:cNvSpPr>
          <p:nvPr>
            <p:ph type="pic" sz="quarter" idx="53" hasCustomPrompt="1"/>
          </p:nvPr>
        </p:nvSpPr>
        <p:spPr>
          <a:xfrm>
            <a:off x="2918978" y="2368145"/>
            <a:ext cx="540000" cy="540000"/>
          </a:xfrm>
          <a:prstGeom prst="ellipse">
            <a:avLst/>
          </a:prstGeom>
          <a:noFill/>
        </p:spPr>
        <p:txBody>
          <a:bodyPr>
            <a:normAutofit/>
          </a:bodyPr>
          <a:lstStyle>
            <a:lvl1pPr marL="0" indent="0" algn="ctr">
              <a:buNone/>
              <a:defRPr sz="1400"/>
            </a:lvl1pPr>
          </a:lstStyle>
          <a:p>
            <a:r>
              <a:rPr lang="fi-FI"/>
              <a:t>P</a:t>
            </a:r>
          </a:p>
        </p:txBody>
      </p:sp>
      <p:sp>
        <p:nvSpPr>
          <p:cNvPr id="115" name="Text Placeholder 18">
            <a:extLst>
              <a:ext uri="{FF2B5EF4-FFF2-40B4-BE49-F238E27FC236}">
                <a16:creationId xmlns:a16="http://schemas.microsoft.com/office/drawing/2014/main" id="{54B37B79-DAFE-F73E-0A44-C3DBD64E9FE6}"/>
              </a:ext>
            </a:extLst>
          </p:cNvPr>
          <p:cNvSpPr>
            <a:spLocks noGrp="1"/>
          </p:cNvSpPr>
          <p:nvPr>
            <p:ph type="body" sz="quarter" idx="54" hasCustomPrompt="1"/>
          </p:nvPr>
        </p:nvSpPr>
        <p:spPr>
          <a:xfrm>
            <a:off x="3458978" y="2368145"/>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16" name="Oval 115">
            <a:extLst>
              <a:ext uri="{FF2B5EF4-FFF2-40B4-BE49-F238E27FC236}">
                <a16:creationId xmlns:a16="http://schemas.microsoft.com/office/drawing/2014/main" id="{450E6361-EA59-FEA2-1256-1E7E268EFB10}"/>
              </a:ext>
            </a:extLst>
          </p:cNvPr>
          <p:cNvSpPr/>
          <p:nvPr userDrawn="1"/>
        </p:nvSpPr>
        <p:spPr>
          <a:xfrm rot="10800000">
            <a:off x="2915737" y="3104045"/>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17" name="Picture Placeholder 3">
            <a:extLst>
              <a:ext uri="{FF2B5EF4-FFF2-40B4-BE49-F238E27FC236}">
                <a16:creationId xmlns:a16="http://schemas.microsoft.com/office/drawing/2014/main" id="{1E17303F-0D0A-3CEA-CAF0-92A3198C0803}"/>
              </a:ext>
            </a:extLst>
          </p:cNvPr>
          <p:cNvSpPr>
            <a:spLocks noGrp="1"/>
          </p:cNvSpPr>
          <p:nvPr>
            <p:ph type="pic" sz="quarter" idx="55" hasCustomPrompt="1"/>
          </p:nvPr>
        </p:nvSpPr>
        <p:spPr>
          <a:xfrm>
            <a:off x="2918978" y="3101177"/>
            <a:ext cx="540000" cy="540000"/>
          </a:xfrm>
          <a:prstGeom prst="ellipse">
            <a:avLst/>
          </a:prstGeom>
          <a:noFill/>
        </p:spPr>
        <p:txBody>
          <a:bodyPr>
            <a:normAutofit/>
          </a:bodyPr>
          <a:lstStyle>
            <a:lvl1pPr marL="0" indent="0" algn="ctr">
              <a:buNone/>
              <a:defRPr sz="1400"/>
            </a:lvl1pPr>
          </a:lstStyle>
          <a:p>
            <a:r>
              <a:rPr lang="fi-FI"/>
              <a:t>P</a:t>
            </a:r>
          </a:p>
        </p:txBody>
      </p:sp>
      <p:sp>
        <p:nvSpPr>
          <p:cNvPr id="118" name="Text Placeholder 18">
            <a:extLst>
              <a:ext uri="{FF2B5EF4-FFF2-40B4-BE49-F238E27FC236}">
                <a16:creationId xmlns:a16="http://schemas.microsoft.com/office/drawing/2014/main" id="{AB20990E-BD57-7975-8E7F-CD9819BA3814}"/>
              </a:ext>
            </a:extLst>
          </p:cNvPr>
          <p:cNvSpPr>
            <a:spLocks noGrp="1"/>
          </p:cNvSpPr>
          <p:nvPr>
            <p:ph type="body" sz="quarter" idx="56" hasCustomPrompt="1"/>
          </p:nvPr>
        </p:nvSpPr>
        <p:spPr>
          <a:xfrm>
            <a:off x="3458978" y="3101177"/>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19" name="Oval 118">
            <a:extLst>
              <a:ext uri="{FF2B5EF4-FFF2-40B4-BE49-F238E27FC236}">
                <a16:creationId xmlns:a16="http://schemas.microsoft.com/office/drawing/2014/main" id="{31C639E7-6690-E358-F706-B974EAB61FD7}"/>
              </a:ext>
            </a:extLst>
          </p:cNvPr>
          <p:cNvSpPr/>
          <p:nvPr userDrawn="1"/>
        </p:nvSpPr>
        <p:spPr>
          <a:xfrm rot="10800000">
            <a:off x="2915737" y="3852190"/>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20" name="Picture Placeholder 3">
            <a:extLst>
              <a:ext uri="{FF2B5EF4-FFF2-40B4-BE49-F238E27FC236}">
                <a16:creationId xmlns:a16="http://schemas.microsoft.com/office/drawing/2014/main" id="{18D8EFCD-CBD5-D944-2E85-307ED2F965FB}"/>
              </a:ext>
            </a:extLst>
          </p:cNvPr>
          <p:cNvSpPr>
            <a:spLocks noGrp="1"/>
          </p:cNvSpPr>
          <p:nvPr>
            <p:ph type="pic" sz="quarter" idx="57" hasCustomPrompt="1"/>
          </p:nvPr>
        </p:nvSpPr>
        <p:spPr>
          <a:xfrm>
            <a:off x="2918978" y="3849322"/>
            <a:ext cx="540000" cy="540000"/>
          </a:xfrm>
          <a:prstGeom prst="ellipse">
            <a:avLst/>
          </a:prstGeom>
          <a:noFill/>
        </p:spPr>
        <p:txBody>
          <a:bodyPr>
            <a:normAutofit/>
          </a:bodyPr>
          <a:lstStyle>
            <a:lvl1pPr marL="0" indent="0" algn="ctr">
              <a:buNone/>
              <a:defRPr sz="1400"/>
            </a:lvl1pPr>
          </a:lstStyle>
          <a:p>
            <a:r>
              <a:rPr lang="fi-FI"/>
              <a:t>P</a:t>
            </a:r>
          </a:p>
        </p:txBody>
      </p:sp>
      <p:sp>
        <p:nvSpPr>
          <p:cNvPr id="121" name="Text Placeholder 18">
            <a:extLst>
              <a:ext uri="{FF2B5EF4-FFF2-40B4-BE49-F238E27FC236}">
                <a16:creationId xmlns:a16="http://schemas.microsoft.com/office/drawing/2014/main" id="{A90533BA-C02E-59D4-97EF-42B709CD9314}"/>
              </a:ext>
            </a:extLst>
          </p:cNvPr>
          <p:cNvSpPr>
            <a:spLocks noGrp="1"/>
          </p:cNvSpPr>
          <p:nvPr>
            <p:ph type="body" sz="quarter" idx="58" hasCustomPrompt="1"/>
          </p:nvPr>
        </p:nvSpPr>
        <p:spPr>
          <a:xfrm>
            <a:off x="3458978" y="3849322"/>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22" name="Oval 121">
            <a:extLst>
              <a:ext uri="{FF2B5EF4-FFF2-40B4-BE49-F238E27FC236}">
                <a16:creationId xmlns:a16="http://schemas.microsoft.com/office/drawing/2014/main" id="{06044BA8-469B-23DF-A03C-B0B2A4061EB0}"/>
              </a:ext>
            </a:extLst>
          </p:cNvPr>
          <p:cNvSpPr/>
          <p:nvPr userDrawn="1"/>
        </p:nvSpPr>
        <p:spPr>
          <a:xfrm rot="10800000">
            <a:off x="2915737" y="4600336"/>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23" name="Picture Placeholder 3">
            <a:extLst>
              <a:ext uri="{FF2B5EF4-FFF2-40B4-BE49-F238E27FC236}">
                <a16:creationId xmlns:a16="http://schemas.microsoft.com/office/drawing/2014/main" id="{B1F44E1B-643C-327D-BEEA-4B01481DC81E}"/>
              </a:ext>
            </a:extLst>
          </p:cNvPr>
          <p:cNvSpPr>
            <a:spLocks noGrp="1"/>
          </p:cNvSpPr>
          <p:nvPr>
            <p:ph type="pic" sz="quarter" idx="59" hasCustomPrompt="1"/>
          </p:nvPr>
        </p:nvSpPr>
        <p:spPr>
          <a:xfrm>
            <a:off x="2918978" y="4597468"/>
            <a:ext cx="540000" cy="540000"/>
          </a:xfrm>
          <a:prstGeom prst="ellipse">
            <a:avLst/>
          </a:prstGeom>
          <a:noFill/>
        </p:spPr>
        <p:txBody>
          <a:bodyPr>
            <a:normAutofit/>
          </a:bodyPr>
          <a:lstStyle>
            <a:lvl1pPr marL="0" indent="0" algn="ctr">
              <a:buNone/>
              <a:defRPr sz="1400"/>
            </a:lvl1pPr>
          </a:lstStyle>
          <a:p>
            <a:r>
              <a:rPr lang="fi-FI"/>
              <a:t>P</a:t>
            </a:r>
          </a:p>
        </p:txBody>
      </p:sp>
      <p:sp>
        <p:nvSpPr>
          <p:cNvPr id="124" name="Text Placeholder 18">
            <a:extLst>
              <a:ext uri="{FF2B5EF4-FFF2-40B4-BE49-F238E27FC236}">
                <a16:creationId xmlns:a16="http://schemas.microsoft.com/office/drawing/2014/main" id="{03752D4D-BCB1-27A8-9275-E0F212443D5F}"/>
              </a:ext>
            </a:extLst>
          </p:cNvPr>
          <p:cNvSpPr>
            <a:spLocks noGrp="1"/>
          </p:cNvSpPr>
          <p:nvPr>
            <p:ph type="body" sz="quarter" idx="60" hasCustomPrompt="1"/>
          </p:nvPr>
        </p:nvSpPr>
        <p:spPr>
          <a:xfrm>
            <a:off x="3458978" y="4597468"/>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25" name="Oval 124">
            <a:extLst>
              <a:ext uri="{FF2B5EF4-FFF2-40B4-BE49-F238E27FC236}">
                <a16:creationId xmlns:a16="http://schemas.microsoft.com/office/drawing/2014/main" id="{302EDE36-FCBA-F1AB-645B-BFEC2C30AA03}"/>
              </a:ext>
            </a:extLst>
          </p:cNvPr>
          <p:cNvSpPr/>
          <p:nvPr userDrawn="1"/>
        </p:nvSpPr>
        <p:spPr>
          <a:xfrm rot="10800000">
            <a:off x="2915737" y="5348481"/>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26" name="Picture Placeholder 3">
            <a:extLst>
              <a:ext uri="{FF2B5EF4-FFF2-40B4-BE49-F238E27FC236}">
                <a16:creationId xmlns:a16="http://schemas.microsoft.com/office/drawing/2014/main" id="{0D9F1EE6-C2A8-6A8D-AF34-AEE285F55FE8}"/>
              </a:ext>
            </a:extLst>
          </p:cNvPr>
          <p:cNvSpPr>
            <a:spLocks noGrp="1"/>
          </p:cNvSpPr>
          <p:nvPr>
            <p:ph type="pic" sz="quarter" idx="61" hasCustomPrompt="1"/>
          </p:nvPr>
        </p:nvSpPr>
        <p:spPr>
          <a:xfrm>
            <a:off x="2918978" y="5345613"/>
            <a:ext cx="540000" cy="540000"/>
          </a:xfrm>
          <a:prstGeom prst="ellipse">
            <a:avLst/>
          </a:prstGeom>
          <a:noFill/>
        </p:spPr>
        <p:txBody>
          <a:bodyPr>
            <a:normAutofit/>
          </a:bodyPr>
          <a:lstStyle>
            <a:lvl1pPr marL="0" indent="0" algn="ctr">
              <a:buNone/>
              <a:defRPr sz="1400"/>
            </a:lvl1pPr>
          </a:lstStyle>
          <a:p>
            <a:r>
              <a:rPr lang="fi-FI"/>
              <a:t>P</a:t>
            </a:r>
          </a:p>
        </p:txBody>
      </p:sp>
      <p:sp>
        <p:nvSpPr>
          <p:cNvPr id="127" name="Text Placeholder 18">
            <a:extLst>
              <a:ext uri="{FF2B5EF4-FFF2-40B4-BE49-F238E27FC236}">
                <a16:creationId xmlns:a16="http://schemas.microsoft.com/office/drawing/2014/main" id="{2BA7D070-CE42-343F-DED4-7A1E71EA988F}"/>
              </a:ext>
            </a:extLst>
          </p:cNvPr>
          <p:cNvSpPr>
            <a:spLocks noGrp="1"/>
          </p:cNvSpPr>
          <p:nvPr>
            <p:ph type="body" sz="quarter" idx="62" hasCustomPrompt="1"/>
          </p:nvPr>
        </p:nvSpPr>
        <p:spPr>
          <a:xfrm>
            <a:off x="3458978" y="5345613"/>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28" name="Oval 127">
            <a:extLst>
              <a:ext uri="{FF2B5EF4-FFF2-40B4-BE49-F238E27FC236}">
                <a16:creationId xmlns:a16="http://schemas.microsoft.com/office/drawing/2014/main" id="{5DB2AD36-3895-93F2-A8DD-25905237C72F}"/>
              </a:ext>
            </a:extLst>
          </p:cNvPr>
          <p:cNvSpPr/>
          <p:nvPr userDrawn="1"/>
        </p:nvSpPr>
        <p:spPr>
          <a:xfrm rot="10800000">
            <a:off x="5167847" y="1622868"/>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29" name="Picture Placeholder 3">
            <a:extLst>
              <a:ext uri="{FF2B5EF4-FFF2-40B4-BE49-F238E27FC236}">
                <a16:creationId xmlns:a16="http://schemas.microsoft.com/office/drawing/2014/main" id="{60F6AAC8-4065-9BAA-EEED-01383603F3E0}"/>
              </a:ext>
            </a:extLst>
          </p:cNvPr>
          <p:cNvSpPr>
            <a:spLocks noGrp="1"/>
          </p:cNvSpPr>
          <p:nvPr>
            <p:ph type="pic" sz="quarter" idx="63" hasCustomPrompt="1"/>
          </p:nvPr>
        </p:nvSpPr>
        <p:spPr>
          <a:xfrm>
            <a:off x="5171088" y="1620000"/>
            <a:ext cx="540000" cy="540000"/>
          </a:xfrm>
          <a:prstGeom prst="ellipse">
            <a:avLst/>
          </a:prstGeom>
          <a:noFill/>
        </p:spPr>
        <p:txBody>
          <a:bodyPr>
            <a:normAutofit/>
          </a:bodyPr>
          <a:lstStyle>
            <a:lvl1pPr marL="0" indent="0" algn="ctr">
              <a:buNone/>
              <a:defRPr sz="1400"/>
            </a:lvl1pPr>
          </a:lstStyle>
          <a:p>
            <a:r>
              <a:rPr lang="fi-FI"/>
              <a:t>P</a:t>
            </a:r>
          </a:p>
        </p:txBody>
      </p:sp>
      <p:sp>
        <p:nvSpPr>
          <p:cNvPr id="130" name="Text Placeholder 18">
            <a:extLst>
              <a:ext uri="{FF2B5EF4-FFF2-40B4-BE49-F238E27FC236}">
                <a16:creationId xmlns:a16="http://schemas.microsoft.com/office/drawing/2014/main" id="{59708B77-039D-91AD-32BD-396CF643F677}"/>
              </a:ext>
            </a:extLst>
          </p:cNvPr>
          <p:cNvSpPr>
            <a:spLocks noGrp="1"/>
          </p:cNvSpPr>
          <p:nvPr>
            <p:ph type="body" sz="quarter" idx="64" hasCustomPrompt="1"/>
          </p:nvPr>
        </p:nvSpPr>
        <p:spPr>
          <a:xfrm>
            <a:off x="5711088" y="1620000"/>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31" name="Oval 130">
            <a:extLst>
              <a:ext uri="{FF2B5EF4-FFF2-40B4-BE49-F238E27FC236}">
                <a16:creationId xmlns:a16="http://schemas.microsoft.com/office/drawing/2014/main" id="{5CFC8CE1-6D55-4EC0-C9FC-DBCB0B1B85F3}"/>
              </a:ext>
            </a:extLst>
          </p:cNvPr>
          <p:cNvSpPr/>
          <p:nvPr userDrawn="1"/>
        </p:nvSpPr>
        <p:spPr>
          <a:xfrm rot="10800000">
            <a:off x="5167847" y="2371013"/>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32" name="Picture Placeholder 3">
            <a:extLst>
              <a:ext uri="{FF2B5EF4-FFF2-40B4-BE49-F238E27FC236}">
                <a16:creationId xmlns:a16="http://schemas.microsoft.com/office/drawing/2014/main" id="{D0054C00-D757-C53F-CDBC-CB376F6969A1}"/>
              </a:ext>
            </a:extLst>
          </p:cNvPr>
          <p:cNvSpPr>
            <a:spLocks noGrp="1"/>
          </p:cNvSpPr>
          <p:nvPr>
            <p:ph type="pic" sz="quarter" idx="65" hasCustomPrompt="1"/>
          </p:nvPr>
        </p:nvSpPr>
        <p:spPr>
          <a:xfrm>
            <a:off x="5171088" y="2368145"/>
            <a:ext cx="540000" cy="540000"/>
          </a:xfrm>
          <a:prstGeom prst="ellipse">
            <a:avLst/>
          </a:prstGeom>
          <a:noFill/>
        </p:spPr>
        <p:txBody>
          <a:bodyPr>
            <a:normAutofit/>
          </a:bodyPr>
          <a:lstStyle>
            <a:lvl1pPr marL="0" indent="0" algn="ctr">
              <a:buNone/>
              <a:defRPr sz="1400"/>
            </a:lvl1pPr>
          </a:lstStyle>
          <a:p>
            <a:r>
              <a:rPr lang="fi-FI"/>
              <a:t>P</a:t>
            </a:r>
          </a:p>
        </p:txBody>
      </p:sp>
      <p:sp>
        <p:nvSpPr>
          <p:cNvPr id="133" name="Text Placeholder 18">
            <a:extLst>
              <a:ext uri="{FF2B5EF4-FFF2-40B4-BE49-F238E27FC236}">
                <a16:creationId xmlns:a16="http://schemas.microsoft.com/office/drawing/2014/main" id="{B1A4928B-55DE-2641-F972-D967697FD4B3}"/>
              </a:ext>
            </a:extLst>
          </p:cNvPr>
          <p:cNvSpPr>
            <a:spLocks noGrp="1"/>
          </p:cNvSpPr>
          <p:nvPr>
            <p:ph type="body" sz="quarter" idx="66" hasCustomPrompt="1"/>
          </p:nvPr>
        </p:nvSpPr>
        <p:spPr>
          <a:xfrm>
            <a:off x="5711088" y="2368145"/>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34" name="Oval 133">
            <a:extLst>
              <a:ext uri="{FF2B5EF4-FFF2-40B4-BE49-F238E27FC236}">
                <a16:creationId xmlns:a16="http://schemas.microsoft.com/office/drawing/2014/main" id="{1D49F2E4-5CF3-FA2A-8BFF-85350391F062}"/>
              </a:ext>
            </a:extLst>
          </p:cNvPr>
          <p:cNvSpPr/>
          <p:nvPr userDrawn="1"/>
        </p:nvSpPr>
        <p:spPr>
          <a:xfrm rot="10800000">
            <a:off x="5167847" y="3104045"/>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35" name="Picture Placeholder 3">
            <a:extLst>
              <a:ext uri="{FF2B5EF4-FFF2-40B4-BE49-F238E27FC236}">
                <a16:creationId xmlns:a16="http://schemas.microsoft.com/office/drawing/2014/main" id="{17BFB70B-D863-EC68-C286-784A3A010DBB}"/>
              </a:ext>
            </a:extLst>
          </p:cNvPr>
          <p:cNvSpPr>
            <a:spLocks noGrp="1"/>
          </p:cNvSpPr>
          <p:nvPr>
            <p:ph type="pic" sz="quarter" idx="67" hasCustomPrompt="1"/>
          </p:nvPr>
        </p:nvSpPr>
        <p:spPr>
          <a:xfrm>
            <a:off x="5171088" y="3101177"/>
            <a:ext cx="540000" cy="540000"/>
          </a:xfrm>
          <a:prstGeom prst="ellipse">
            <a:avLst/>
          </a:prstGeom>
          <a:noFill/>
        </p:spPr>
        <p:txBody>
          <a:bodyPr>
            <a:normAutofit/>
          </a:bodyPr>
          <a:lstStyle>
            <a:lvl1pPr marL="0" indent="0" algn="ctr">
              <a:buNone/>
              <a:defRPr sz="1400"/>
            </a:lvl1pPr>
          </a:lstStyle>
          <a:p>
            <a:r>
              <a:rPr lang="fi-FI"/>
              <a:t>P</a:t>
            </a:r>
          </a:p>
        </p:txBody>
      </p:sp>
      <p:sp>
        <p:nvSpPr>
          <p:cNvPr id="136" name="Text Placeholder 18">
            <a:extLst>
              <a:ext uri="{FF2B5EF4-FFF2-40B4-BE49-F238E27FC236}">
                <a16:creationId xmlns:a16="http://schemas.microsoft.com/office/drawing/2014/main" id="{F4D89641-90AD-5165-2E42-26399DAEF5B5}"/>
              </a:ext>
            </a:extLst>
          </p:cNvPr>
          <p:cNvSpPr>
            <a:spLocks noGrp="1"/>
          </p:cNvSpPr>
          <p:nvPr>
            <p:ph type="body" sz="quarter" idx="68" hasCustomPrompt="1"/>
          </p:nvPr>
        </p:nvSpPr>
        <p:spPr>
          <a:xfrm>
            <a:off x="5711088" y="3101177"/>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37" name="Oval 136">
            <a:extLst>
              <a:ext uri="{FF2B5EF4-FFF2-40B4-BE49-F238E27FC236}">
                <a16:creationId xmlns:a16="http://schemas.microsoft.com/office/drawing/2014/main" id="{6CEE797A-3627-9AB4-0A76-1577CFE5FF67}"/>
              </a:ext>
            </a:extLst>
          </p:cNvPr>
          <p:cNvSpPr/>
          <p:nvPr userDrawn="1"/>
        </p:nvSpPr>
        <p:spPr>
          <a:xfrm rot="10800000">
            <a:off x="5167847" y="3852190"/>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38" name="Picture Placeholder 3">
            <a:extLst>
              <a:ext uri="{FF2B5EF4-FFF2-40B4-BE49-F238E27FC236}">
                <a16:creationId xmlns:a16="http://schemas.microsoft.com/office/drawing/2014/main" id="{C78489D4-DF01-561F-4642-08B40D71F099}"/>
              </a:ext>
            </a:extLst>
          </p:cNvPr>
          <p:cNvSpPr>
            <a:spLocks noGrp="1"/>
          </p:cNvSpPr>
          <p:nvPr>
            <p:ph type="pic" sz="quarter" idx="69" hasCustomPrompt="1"/>
          </p:nvPr>
        </p:nvSpPr>
        <p:spPr>
          <a:xfrm>
            <a:off x="5171088" y="3849322"/>
            <a:ext cx="540000" cy="540000"/>
          </a:xfrm>
          <a:prstGeom prst="ellipse">
            <a:avLst/>
          </a:prstGeom>
          <a:noFill/>
        </p:spPr>
        <p:txBody>
          <a:bodyPr>
            <a:normAutofit/>
          </a:bodyPr>
          <a:lstStyle>
            <a:lvl1pPr marL="0" indent="0" algn="ctr">
              <a:buNone/>
              <a:defRPr sz="1400"/>
            </a:lvl1pPr>
          </a:lstStyle>
          <a:p>
            <a:r>
              <a:rPr lang="fi-FI"/>
              <a:t>P</a:t>
            </a:r>
          </a:p>
        </p:txBody>
      </p:sp>
      <p:sp>
        <p:nvSpPr>
          <p:cNvPr id="139" name="Text Placeholder 18">
            <a:extLst>
              <a:ext uri="{FF2B5EF4-FFF2-40B4-BE49-F238E27FC236}">
                <a16:creationId xmlns:a16="http://schemas.microsoft.com/office/drawing/2014/main" id="{2C94DCFE-0932-0053-C810-405A06E3627C}"/>
              </a:ext>
            </a:extLst>
          </p:cNvPr>
          <p:cNvSpPr>
            <a:spLocks noGrp="1"/>
          </p:cNvSpPr>
          <p:nvPr>
            <p:ph type="body" sz="quarter" idx="70" hasCustomPrompt="1"/>
          </p:nvPr>
        </p:nvSpPr>
        <p:spPr>
          <a:xfrm>
            <a:off x="5711088" y="3849322"/>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40" name="Oval 139">
            <a:extLst>
              <a:ext uri="{FF2B5EF4-FFF2-40B4-BE49-F238E27FC236}">
                <a16:creationId xmlns:a16="http://schemas.microsoft.com/office/drawing/2014/main" id="{FB4D9506-6EDB-5332-566E-456ACE4F6952}"/>
              </a:ext>
            </a:extLst>
          </p:cNvPr>
          <p:cNvSpPr/>
          <p:nvPr userDrawn="1"/>
        </p:nvSpPr>
        <p:spPr>
          <a:xfrm rot="10800000">
            <a:off x="5167847" y="4600336"/>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41" name="Picture Placeholder 3">
            <a:extLst>
              <a:ext uri="{FF2B5EF4-FFF2-40B4-BE49-F238E27FC236}">
                <a16:creationId xmlns:a16="http://schemas.microsoft.com/office/drawing/2014/main" id="{42713F11-893E-0531-B7A9-4FEFCF71B01F}"/>
              </a:ext>
            </a:extLst>
          </p:cNvPr>
          <p:cNvSpPr>
            <a:spLocks noGrp="1"/>
          </p:cNvSpPr>
          <p:nvPr>
            <p:ph type="pic" sz="quarter" idx="71" hasCustomPrompt="1"/>
          </p:nvPr>
        </p:nvSpPr>
        <p:spPr>
          <a:xfrm>
            <a:off x="5171088" y="4597468"/>
            <a:ext cx="540000" cy="540000"/>
          </a:xfrm>
          <a:prstGeom prst="ellipse">
            <a:avLst/>
          </a:prstGeom>
          <a:noFill/>
        </p:spPr>
        <p:txBody>
          <a:bodyPr>
            <a:normAutofit/>
          </a:bodyPr>
          <a:lstStyle>
            <a:lvl1pPr marL="0" indent="0" algn="ctr">
              <a:buNone/>
              <a:defRPr sz="1400"/>
            </a:lvl1pPr>
          </a:lstStyle>
          <a:p>
            <a:r>
              <a:rPr lang="fi-FI"/>
              <a:t>P</a:t>
            </a:r>
          </a:p>
        </p:txBody>
      </p:sp>
      <p:sp>
        <p:nvSpPr>
          <p:cNvPr id="142" name="Text Placeholder 18">
            <a:extLst>
              <a:ext uri="{FF2B5EF4-FFF2-40B4-BE49-F238E27FC236}">
                <a16:creationId xmlns:a16="http://schemas.microsoft.com/office/drawing/2014/main" id="{CA2AC671-EF16-C5B1-4320-FF4687DE2FE9}"/>
              </a:ext>
            </a:extLst>
          </p:cNvPr>
          <p:cNvSpPr>
            <a:spLocks noGrp="1"/>
          </p:cNvSpPr>
          <p:nvPr>
            <p:ph type="body" sz="quarter" idx="72" hasCustomPrompt="1"/>
          </p:nvPr>
        </p:nvSpPr>
        <p:spPr>
          <a:xfrm>
            <a:off x="5711088" y="4597468"/>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43" name="Oval 142">
            <a:extLst>
              <a:ext uri="{FF2B5EF4-FFF2-40B4-BE49-F238E27FC236}">
                <a16:creationId xmlns:a16="http://schemas.microsoft.com/office/drawing/2014/main" id="{410D1E96-C306-F686-4C7C-C7052BB5CE1C}"/>
              </a:ext>
            </a:extLst>
          </p:cNvPr>
          <p:cNvSpPr/>
          <p:nvPr userDrawn="1"/>
        </p:nvSpPr>
        <p:spPr>
          <a:xfrm rot="10800000">
            <a:off x="5167847" y="5348481"/>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44" name="Picture Placeholder 3">
            <a:extLst>
              <a:ext uri="{FF2B5EF4-FFF2-40B4-BE49-F238E27FC236}">
                <a16:creationId xmlns:a16="http://schemas.microsoft.com/office/drawing/2014/main" id="{D7F10BA9-3AA5-3623-2A2C-256CB216172B}"/>
              </a:ext>
            </a:extLst>
          </p:cNvPr>
          <p:cNvSpPr>
            <a:spLocks noGrp="1"/>
          </p:cNvSpPr>
          <p:nvPr>
            <p:ph type="pic" sz="quarter" idx="73" hasCustomPrompt="1"/>
          </p:nvPr>
        </p:nvSpPr>
        <p:spPr>
          <a:xfrm>
            <a:off x="5171088" y="5345613"/>
            <a:ext cx="540000" cy="540000"/>
          </a:xfrm>
          <a:prstGeom prst="ellipse">
            <a:avLst/>
          </a:prstGeom>
          <a:noFill/>
        </p:spPr>
        <p:txBody>
          <a:bodyPr>
            <a:normAutofit/>
          </a:bodyPr>
          <a:lstStyle>
            <a:lvl1pPr marL="0" indent="0" algn="ctr">
              <a:buNone/>
              <a:defRPr sz="1400"/>
            </a:lvl1pPr>
          </a:lstStyle>
          <a:p>
            <a:r>
              <a:rPr lang="fi-FI"/>
              <a:t>P</a:t>
            </a:r>
          </a:p>
        </p:txBody>
      </p:sp>
      <p:sp>
        <p:nvSpPr>
          <p:cNvPr id="145" name="Text Placeholder 18">
            <a:extLst>
              <a:ext uri="{FF2B5EF4-FFF2-40B4-BE49-F238E27FC236}">
                <a16:creationId xmlns:a16="http://schemas.microsoft.com/office/drawing/2014/main" id="{73C8A15E-C641-FFDD-5360-A7ED773F2D71}"/>
              </a:ext>
            </a:extLst>
          </p:cNvPr>
          <p:cNvSpPr>
            <a:spLocks noGrp="1"/>
          </p:cNvSpPr>
          <p:nvPr>
            <p:ph type="body" sz="quarter" idx="74" hasCustomPrompt="1"/>
          </p:nvPr>
        </p:nvSpPr>
        <p:spPr>
          <a:xfrm>
            <a:off x="5711088" y="5345613"/>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46" name="Oval 145">
            <a:extLst>
              <a:ext uri="{FF2B5EF4-FFF2-40B4-BE49-F238E27FC236}">
                <a16:creationId xmlns:a16="http://schemas.microsoft.com/office/drawing/2014/main" id="{10661D2A-48D7-38E6-6612-60B6291CD803}"/>
              </a:ext>
            </a:extLst>
          </p:cNvPr>
          <p:cNvSpPr/>
          <p:nvPr userDrawn="1"/>
        </p:nvSpPr>
        <p:spPr>
          <a:xfrm rot="10800000">
            <a:off x="7412283" y="1622868"/>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47" name="Picture Placeholder 3">
            <a:extLst>
              <a:ext uri="{FF2B5EF4-FFF2-40B4-BE49-F238E27FC236}">
                <a16:creationId xmlns:a16="http://schemas.microsoft.com/office/drawing/2014/main" id="{D76ED9A8-9B04-949F-409D-80095F82647C}"/>
              </a:ext>
            </a:extLst>
          </p:cNvPr>
          <p:cNvSpPr>
            <a:spLocks noGrp="1"/>
          </p:cNvSpPr>
          <p:nvPr>
            <p:ph type="pic" sz="quarter" idx="75" hasCustomPrompt="1"/>
          </p:nvPr>
        </p:nvSpPr>
        <p:spPr>
          <a:xfrm>
            <a:off x="7415524" y="1620000"/>
            <a:ext cx="540000" cy="540000"/>
          </a:xfrm>
          <a:prstGeom prst="ellipse">
            <a:avLst/>
          </a:prstGeom>
          <a:noFill/>
        </p:spPr>
        <p:txBody>
          <a:bodyPr>
            <a:normAutofit/>
          </a:bodyPr>
          <a:lstStyle>
            <a:lvl1pPr marL="0" indent="0" algn="ctr">
              <a:buNone/>
              <a:defRPr sz="1400"/>
            </a:lvl1pPr>
          </a:lstStyle>
          <a:p>
            <a:r>
              <a:rPr lang="fi-FI"/>
              <a:t>P</a:t>
            </a:r>
          </a:p>
        </p:txBody>
      </p:sp>
      <p:sp>
        <p:nvSpPr>
          <p:cNvPr id="148" name="Text Placeholder 18">
            <a:extLst>
              <a:ext uri="{FF2B5EF4-FFF2-40B4-BE49-F238E27FC236}">
                <a16:creationId xmlns:a16="http://schemas.microsoft.com/office/drawing/2014/main" id="{C144A8E2-E354-0964-EF03-B2365B645B67}"/>
              </a:ext>
            </a:extLst>
          </p:cNvPr>
          <p:cNvSpPr>
            <a:spLocks noGrp="1"/>
          </p:cNvSpPr>
          <p:nvPr>
            <p:ph type="body" sz="quarter" idx="76" hasCustomPrompt="1"/>
          </p:nvPr>
        </p:nvSpPr>
        <p:spPr>
          <a:xfrm>
            <a:off x="7955524" y="1620000"/>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49" name="Oval 148">
            <a:extLst>
              <a:ext uri="{FF2B5EF4-FFF2-40B4-BE49-F238E27FC236}">
                <a16:creationId xmlns:a16="http://schemas.microsoft.com/office/drawing/2014/main" id="{3D6B2C2E-B497-DACF-6978-68F3AF279AC9}"/>
              </a:ext>
            </a:extLst>
          </p:cNvPr>
          <p:cNvSpPr/>
          <p:nvPr userDrawn="1"/>
        </p:nvSpPr>
        <p:spPr>
          <a:xfrm rot="10800000">
            <a:off x="7412283" y="2371013"/>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50" name="Picture Placeholder 3">
            <a:extLst>
              <a:ext uri="{FF2B5EF4-FFF2-40B4-BE49-F238E27FC236}">
                <a16:creationId xmlns:a16="http://schemas.microsoft.com/office/drawing/2014/main" id="{AAB47591-BF37-9249-B8CC-BD8A85797FF8}"/>
              </a:ext>
            </a:extLst>
          </p:cNvPr>
          <p:cNvSpPr>
            <a:spLocks noGrp="1"/>
          </p:cNvSpPr>
          <p:nvPr>
            <p:ph type="pic" sz="quarter" idx="77" hasCustomPrompt="1"/>
          </p:nvPr>
        </p:nvSpPr>
        <p:spPr>
          <a:xfrm>
            <a:off x="7415524" y="2368145"/>
            <a:ext cx="540000" cy="540000"/>
          </a:xfrm>
          <a:prstGeom prst="ellipse">
            <a:avLst/>
          </a:prstGeom>
          <a:noFill/>
        </p:spPr>
        <p:txBody>
          <a:bodyPr>
            <a:normAutofit/>
          </a:bodyPr>
          <a:lstStyle>
            <a:lvl1pPr marL="0" indent="0" algn="ctr">
              <a:buNone/>
              <a:defRPr sz="1400"/>
            </a:lvl1pPr>
          </a:lstStyle>
          <a:p>
            <a:r>
              <a:rPr lang="fi-FI"/>
              <a:t>P</a:t>
            </a:r>
          </a:p>
        </p:txBody>
      </p:sp>
      <p:sp>
        <p:nvSpPr>
          <p:cNvPr id="151" name="Text Placeholder 18">
            <a:extLst>
              <a:ext uri="{FF2B5EF4-FFF2-40B4-BE49-F238E27FC236}">
                <a16:creationId xmlns:a16="http://schemas.microsoft.com/office/drawing/2014/main" id="{4924EC4B-783B-4071-0F61-CE036A0CAF9F}"/>
              </a:ext>
            </a:extLst>
          </p:cNvPr>
          <p:cNvSpPr>
            <a:spLocks noGrp="1"/>
          </p:cNvSpPr>
          <p:nvPr>
            <p:ph type="body" sz="quarter" idx="78" hasCustomPrompt="1"/>
          </p:nvPr>
        </p:nvSpPr>
        <p:spPr>
          <a:xfrm>
            <a:off x="7955524" y="2368145"/>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52" name="Oval 151">
            <a:extLst>
              <a:ext uri="{FF2B5EF4-FFF2-40B4-BE49-F238E27FC236}">
                <a16:creationId xmlns:a16="http://schemas.microsoft.com/office/drawing/2014/main" id="{09B186F8-EAA9-4761-8598-B61BAD32D7E6}"/>
              </a:ext>
            </a:extLst>
          </p:cNvPr>
          <p:cNvSpPr/>
          <p:nvPr userDrawn="1"/>
        </p:nvSpPr>
        <p:spPr>
          <a:xfrm rot="10800000">
            <a:off x="7412283" y="3104045"/>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53" name="Picture Placeholder 3">
            <a:extLst>
              <a:ext uri="{FF2B5EF4-FFF2-40B4-BE49-F238E27FC236}">
                <a16:creationId xmlns:a16="http://schemas.microsoft.com/office/drawing/2014/main" id="{5FC89A7F-9FEB-2F7A-6464-6968BF2CDC0B}"/>
              </a:ext>
            </a:extLst>
          </p:cNvPr>
          <p:cNvSpPr>
            <a:spLocks noGrp="1"/>
          </p:cNvSpPr>
          <p:nvPr>
            <p:ph type="pic" sz="quarter" idx="79" hasCustomPrompt="1"/>
          </p:nvPr>
        </p:nvSpPr>
        <p:spPr>
          <a:xfrm>
            <a:off x="7415524" y="3101177"/>
            <a:ext cx="540000" cy="540000"/>
          </a:xfrm>
          <a:prstGeom prst="ellipse">
            <a:avLst/>
          </a:prstGeom>
          <a:noFill/>
        </p:spPr>
        <p:txBody>
          <a:bodyPr>
            <a:normAutofit/>
          </a:bodyPr>
          <a:lstStyle>
            <a:lvl1pPr marL="0" indent="0" algn="ctr">
              <a:buNone/>
              <a:defRPr sz="1400"/>
            </a:lvl1pPr>
          </a:lstStyle>
          <a:p>
            <a:r>
              <a:rPr lang="fi-FI"/>
              <a:t>P</a:t>
            </a:r>
          </a:p>
        </p:txBody>
      </p:sp>
      <p:sp>
        <p:nvSpPr>
          <p:cNvPr id="154" name="Text Placeholder 18">
            <a:extLst>
              <a:ext uri="{FF2B5EF4-FFF2-40B4-BE49-F238E27FC236}">
                <a16:creationId xmlns:a16="http://schemas.microsoft.com/office/drawing/2014/main" id="{D2B57E35-543D-2227-1278-2ED37627BADF}"/>
              </a:ext>
            </a:extLst>
          </p:cNvPr>
          <p:cNvSpPr>
            <a:spLocks noGrp="1"/>
          </p:cNvSpPr>
          <p:nvPr>
            <p:ph type="body" sz="quarter" idx="80" hasCustomPrompt="1"/>
          </p:nvPr>
        </p:nvSpPr>
        <p:spPr>
          <a:xfrm>
            <a:off x="7955524" y="3101177"/>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55" name="Oval 154">
            <a:extLst>
              <a:ext uri="{FF2B5EF4-FFF2-40B4-BE49-F238E27FC236}">
                <a16:creationId xmlns:a16="http://schemas.microsoft.com/office/drawing/2014/main" id="{9BEB5AAD-48C1-7F2D-4C3A-C781725317F3}"/>
              </a:ext>
            </a:extLst>
          </p:cNvPr>
          <p:cNvSpPr/>
          <p:nvPr userDrawn="1"/>
        </p:nvSpPr>
        <p:spPr>
          <a:xfrm rot="10800000">
            <a:off x="7412283" y="3852190"/>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56" name="Picture Placeholder 3">
            <a:extLst>
              <a:ext uri="{FF2B5EF4-FFF2-40B4-BE49-F238E27FC236}">
                <a16:creationId xmlns:a16="http://schemas.microsoft.com/office/drawing/2014/main" id="{22097401-1FF4-1D85-EEA9-EB3E7089F25B}"/>
              </a:ext>
            </a:extLst>
          </p:cNvPr>
          <p:cNvSpPr>
            <a:spLocks noGrp="1"/>
          </p:cNvSpPr>
          <p:nvPr>
            <p:ph type="pic" sz="quarter" idx="81" hasCustomPrompt="1"/>
          </p:nvPr>
        </p:nvSpPr>
        <p:spPr>
          <a:xfrm>
            <a:off x="7415524" y="3849322"/>
            <a:ext cx="540000" cy="540000"/>
          </a:xfrm>
          <a:prstGeom prst="ellipse">
            <a:avLst/>
          </a:prstGeom>
          <a:noFill/>
        </p:spPr>
        <p:txBody>
          <a:bodyPr>
            <a:normAutofit/>
          </a:bodyPr>
          <a:lstStyle>
            <a:lvl1pPr marL="0" indent="0" algn="ctr">
              <a:buNone/>
              <a:defRPr sz="1400"/>
            </a:lvl1pPr>
          </a:lstStyle>
          <a:p>
            <a:r>
              <a:rPr lang="fi-FI"/>
              <a:t>P</a:t>
            </a:r>
          </a:p>
        </p:txBody>
      </p:sp>
      <p:sp>
        <p:nvSpPr>
          <p:cNvPr id="157" name="Text Placeholder 18">
            <a:extLst>
              <a:ext uri="{FF2B5EF4-FFF2-40B4-BE49-F238E27FC236}">
                <a16:creationId xmlns:a16="http://schemas.microsoft.com/office/drawing/2014/main" id="{2E150C6D-72A3-68E3-E2B2-CE920120AC52}"/>
              </a:ext>
            </a:extLst>
          </p:cNvPr>
          <p:cNvSpPr>
            <a:spLocks noGrp="1"/>
          </p:cNvSpPr>
          <p:nvPr>
            <p:ph type="body" sz="quarter" idx="82" hasCustomPrompt="1"/>
          </p:nvPr>
        </p:nvSpPr>
        <p:spPr>
          <a:xfrm>
            <a:off x="7955524" y="3849322"/>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58" name="Oval 157">
            <a:extLst>
              <a:ext uri="{FF2B5EF4-FFF2-40B4-BE49-F238E27FC236}">
                <a16:creationId xmlns:a16="http://schemas.microsoft.com/office/drawing/2014/main" id="{F991EA64-9533-C4A6-71AE-78806F5909C7}"/>
              </a:ext>
            </a:extLst>
          </p:cNvPr>
          <p:cNvSpPr/>
          <p:nvPr userDrawn="1"/>
        </p:nvSpPr>
        <p:spPr>
          <a:xfrm rot="10800000">
            <a:off x="7412283" y="4600336"/>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59" name="Picture Placeholder 3">
            <a:extLst>
              <a:ext uri="{FF2B5EF4-FFF2-40B4-BE49-F238E27FC236}">
                <a16:creationId xmlns:a16="http://schemas.microsoft.com/office/drawing/2014/main" id="{2D75B871-46A2-B500-BC58-0A87CF76BBE2}"/>
              </a:ext>
            </a:extLst>
          </p:cNvPr>
          <p:cNvSpPr>
            <a:spLocks noGrp="1"/>
          </p:cNvSpPr>
          <p:nvPr>
            <p:ph type="pic" sz="quarter" idx="83" hasCustomPrompt="1"/>
          </p:nvPr>
        </p:nvSpPr>
        <p:spPr>
          <a:xfrm>
            <a:off x="7415524" y="4597468"/>
            <a:ext cx="540000" cy="540000"/>
          </a:xfrm>
          <a:prstGeom prst="ellipse">
            <a:avLst/>
          </a:prstGeom>
          <a:noFill/>
        </p:spPr>
        <p:txBody>
          <a:bodyPr>
            <a:normAutofit/>
          </a:bodyPr>
          <a:lstStyle>
            <a:lvl1pPr marL="0" indent="0" algn="ctr">
              <a:buNone/>
              <a:defRPr sz="1400"/>
            </a:lvl1pPr>
          </a:lstStyle>
          <a:p>
            <a:r>
              <a:rPr lang="fi-FI"/>
              <a:t>P</a:t>
            </a:r>
          </a:p>
        </p:txBody>
      </p:sp>
      <p:sp>
        <p:nvSpPr>
          <p:cNvPr id="160" name="Text Placeholder 18">
            <a:extLst>
              <a:ext uri="{FF2B5EF4-FFF2-40B4-BE49-F238E27FC236}">
                <a16:creationId xmlns:a16="http://schemas.microsoft.com/office/drawing/2014/main" id="{19CB4B16-15C8-7DE8-C555-A08076ED58B4}"/>
              </a:ext>
            </a:extLst>
          </p:cNvPr>
          <p:cNvSpPr>
            <a:spLocks noGrp="1"/>
          </p:cNvSpPr>
          <p:nvPr>
            <p:ph type="body" sz="quarter" idx="84" hasCustomPrompt="1"/>
          </p:nvPr>
        </p:nvSpPr>
        <p:spPr>
          <a:xfrm>
            <a:off x="7955524" y="4597468"/>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61" name="Oval 160">
            <a:extLst>
              <a:ext uri="{FF2B5EF4-FFF2-40B4-BE49-F238E27FC236}">
                <a16:creationId xmlns:a16="http://schemas.microsoft.com/office/drawing/2014/main" id="{421CF4B5-21AB-C2C8-A2A0-8389A92F0783}"/>
              </a:ext>
            </a:extLst>
          </p:cNvPr>
          <p:cNvSpPr/>
          <p:nvPr userDrawn="1"/>
        </p:nvSpPr>
        <p:spPr>
          <a:xfrm rot="10800000">
            <a:off x="7412283" y="5348481"/>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62" name="Picture Placeholder 3">
            <a:extLst>
              <a:ext uri="{FF2B5EF4-FFF2-40B4-BE49-F238E27FC236}">
                <a16:creationId xmlns:a16="http://schemas.microsoft.com/office/drawing/2014/main" id="{779AAC45-3CC3-A57C-D5FA-1A0720422FA4}"/>
              </a:ext>
            </a:extLst>
          </p:cNvPr>
          <p:cNvSpPr>
            <a:spLocks noGrp="1"/>
          </p:cNvSpPr>
          <p:nvPr>
            <p:ph type="pic" sz="quarter" idx="85" hasCustomPrompt="1"/>
          </p:nvPr>
        </p:nvSpPr>
        <p:spPr>
          <a:xfrm>
            <a:off x="7415524" y="5345613"/>
            <a:ext cx="540000" cy="540000"/>
          </a:xfrm>
          <a:prstGeom prst="ellipse">
            <a:avLst/>
          </a:prstGeom>
          <a:noFill/>
        </p:spPr>
        <p:txBody>
          <a:bodyPr>
            <a:normAutofit/>
          </a:bodyPr>
          <a:lstStyle>
            <a:lvl1pPr marL="0" indent="0" algn="ctr">
              <a:buNone/>
              <a:defRPr sz="1400"/>
            </a:lvl1pPr>
          </a:lstStyle>
          <a:p>
            <a:r>
              <a:rPr lang="fi-FI"/>
              <a:t>P</a:t>
            </a:r>
          </a:p>
        </p:txBody>
      </p:sp>
      <p:sp>
        <p:nvSpPr>
          <p:cNvPr id="163" name="Text Placeholder 18">
            <a:extLst>
              <a:ext uri="{FF2B5EF4-FFF2-40B4-BE49-F238E27FC236}">
                <a16:creationId xmlns:a16="http://schemas.microsoft.com/office/drawing/2014/main" id="{0E42D982-3CAD-A5FB-040F-194411E40C57}"/>
              </a:ext>
            </a:extLst>
          </p:cNvPr>
          <p:cNvSpPr>
            <a:spLocks noGrp="1"/>
          </p:cNvSpPr>
          <p:nvPr>
            <p:ph type="body" sz="quarter" idx="86" hasCustomPrompt="1"/>
          </p:nvPr>
        </p:nvSpPr>
        <p:spPr>
          <a:xfrm>
            <a:off x="7955524" y="5345613"/>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64" name="Oval 163">
            <a:extLst>
              <a:ext uri="{FF2B5EF4-FFF2-40B4-BE49-F238E27FC236}">
                <a16:creationId xmlns:a16="http://schemas.microsoft.com/office/drawing/2014/main" id="{B4202D2D-E6F1-368E-277E-0E2A38F463BC}"/>
              </a:ext>
            </a:extLst>
          </p:cNvPr>
          <p:cNvSpPr/>
          <p:nvPr userDrawn="1"/>
        </p:nvSpPr>
        <p:spPr>
          <a:xfrm rot="10800000">
            <a:off x="9618934" y="1622868"/>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65" name="Picture Placeholder 3">
            <a:extLst>
              <a:ext uri="{FF2B5EF4-FFF2-40B4-BE49-F238E27FC236}">
                <a16:creationId xmlns:a16="http://schemas.microsoft.com/office/drawing/2014/main" id="{98EC48D7-4A97-C683-F06D-84D8BD3CA3C7}"/>
              </a:ext>
            </a:extLst>
          </p:cNvPr>
          <p:cNvSpPr>
            <a:spLocks noGrp="1"/>
          </p:cNvSpPr>
          <p:nvPr>
            <p:ph type="pic" sz="quarter" idx="87" hasCustomPrompt="1"/>
          </p:nvPr>
        </p:nvSpPr>
        <p:spPr>
          <a:xfrm>
            <a:off x="9622175" y="1620000"/>
            <a:ext cx="540000" cy="540000"/>
          </a:xfrm>
          <a:prstGeom prst="ellipse">
            <a:avLst/>
          </a:prstGeom>
          <a:noFill/>
        </p:spPr>
        <p:txBody>
          <a:bodyPr>
            <a:normAutofit/>
          </a:bodyPr>
          <a:lstStyle>
            <a:lvl1pPr marL="0" indent="0" algn="ctr">
              <a:buNone/>
              <a:defRPr sz="1400"/>
            </a:lvl1pPr>
          </a:lstStyle>
          <a:p>
            <a:r>
              <a:rPr lang="fi-FI"/>
              <a:t>P</a:t>
            </a:r>
          </a:p>
        </p:txBody>
      </p:sp>
      <p:sp>
        <p:nvSpPr>
          <p:cNvPr id="166" name="Text Placeholder 18">
            <a:extLst>
              <a:ext uri="{FF2B5EF4-FFF2-40B4-BE49-F238E27FC236}">
                <a16:creationId xmlns:a16="http://schemas.microsoft.com/office/drawing/2014/main" id="{1BF1F8C9-7B1F-691E-6B3E-F454C4EAF9E2}"/>
              </a:ext>
            </a:extLst>
          </p:cNvPr>
          <p:cNvSpPr>
            <a:spLocks noGrp="1"/>
          </p:cNvSpPr>
          <p:nvPr>
            <p:ph type="body" sz="quarter" idx="88" hasCustomPrompt="1"/>
          </p:nvPr>
        </p:nvSpPr>
        <p:spPr>
          <a:xfrm>
            <a:off x="10162175" y="1620000"/>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67" name="Oval 166">
            <a:extLst>
              <a:ext uri="{FF2B5EF4-FFF2-40B4-BE49-F238E27FC236}">
                <a16:creationId xmlns:a16="http://schemas.microsoft.com/office/drawing/2014/main" id="{BE83EF96-34F6-D130-B946-8EBD01241A40}"/>
              </a:ext>
            </a:extLst>
          </p:cNvPr>
          <p:cNvSpPr/>
          <p:nvPr userDrawn="1"/>
        </p:nvSpPr>
        <p:spPr>
          <a:xfrm rot="10800000">
            <a:off x="9618934" y="2371013"/>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68" name="Picture Placeholder 3">
            <a:extLst>
              <a:ext uri="{FF2B5EF4-FFF2-40B4-BE49-F238E27FC236}">
                <a16:creationId xmlns:a16="http://schemas.microsoft.com/office/drawing/2014/main" id="{B728005A-89FF-4D25-0991-99D03E1D4A0D}"/>
              </a:ext>
            </a:extLst>
          </p:cNvPr>
          <p:cNvSpPr>
            <a:spLocks noGrp="1"/>
          </p:cNvSpPr>
          <p:nvPr>
            <p:ph type="pic" sz="quarter" idx="89" hasCustomPrompt="1"/>
          </p:nvPr>
        </p:nvSpPr>
        <p:spPr>
          <a:xfrm>
            <a:off x="9622175" y="2368145"/>
            <a:ext cx="540000" cy="540000"/>
          </a:xfrm>
          <a:prstGeom prst="ellipse">
            <a:avLst/>
          </a:prstGeom>
          <a:noFill/>
        </p:spPr>
        <p:txBody>
          <a:bodyPr>
            <a:normAutofit/>
          </a:bodyPr>
          <a:lstStyle>
            <a:lvl1pPr marL="0" indent="0" algn="ctr">
              <a:buNone/>
              <a:defRPr sz="1400"/>
            </a:lvl1pPr>
          </a:lstStyle>
          <a:p>
            <a:r>
              <a:rPr lang="fi-FI"/>
              <a:t>P</a:t>
            </a:r>
          </a:p>
        </p:txBody>
      </p:sp>
      <p:sp>
        <p:nvSpPr>
          <p:cNvPr id="169" name="Text Placeholder 18">
            <a:extLst>
              <a:ext uri="{FF2B5EF4-FFF2-40B4-BE49-F238E27FC236}">
                <a16:creationId xmlns:a16="http://schemas.microsoft.com/office/drawing/2014/main" id="{648694D1-BDF2-B3FE-AEB9-EB5F7DF60707}"/>
              </a:ext>
            </a:extLst>
          </p:cNvPr>
          <p:cNvSpPr>
            <a:spLocks noGrp="1"/>
          </p:cNvSpPr>
          <p:nvPr>
            <p:ph type="body" sz="quarter" idx="90" hasCustomPrompt="1"/>
          </p:nvPr>
        </p:nvSpPr>
        <p:spPr>
          <a:xfrm>
            <a:off x="10162175" y="2368145"/>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70" name="Oval 169">
            <a:extLst>
              <a:ext uri="{FF2B5EF4-FFF2-40B4-BE49-F238E27FC236}">
                <a16:creationId xmlns:a16="http://schemas.microsoft.com/office/drawing/2014/main" id="{DEB06E3B-7287-24F4-8BE5-8F72F83C4B3F}"/>
              </a:ext>
            </a:extLst>
          </p:cNvPr>
          <p:cNvSpPr/>
          <p:nvPr userDrawn="1"/>
        </p:nvSpPr>
        <p:spPr>
          <a:xfrm rot="10800000">
            <a:off x="9618934" y="3104045"/>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71" name="Picture Placeholder 3">
            <a:extLst>
              <a:ext uri="{FF2B5EF4-FFF2-40B4-BE49-F238E27FC236}">
                <a16:creationId xmlns:a16="http://schemas.microsoft.com/office/drawing/2014/main" id="{CA462896-7A0E-A2C5-6094-BD7746FCB8B1}"/>
              </a:ext>
            </a:extLst>
          </p:cNvPr>
          <p:cNvSpPr>
            <a:spLocks noGrp="1"/>
          </p:cNvSpPr>
          <p:nvPr>
            <p:ph type="pic" sz="quarter" idx="91" hasCustomPrompt="1"/>
          </p:nvPr>
        </p:nvSpPr>
        <p:spPr>
          <a:xfrm>
            <a:off x="9622175" y="3101177"/>
            <a:ext cx="540000" cy="540000"/>
          </a:xfrm>
          <a:prstGeom prst="ellipse">
            <a:avLst/>
          </a:prstGeom>
          <a:noFill/>
        </p:spPr>
        <p:txBody>
          <a:bodyPr>
            <a:normAutofit/>
          </a:bodyPr>
          <a:lstStyle>
            <a:lvl1pPr marL="0" indent="0" algn="ctr">
              <a:buNone/>
              <a:defRPr sz="1400"/>
            </a:lvl1pPr>
          </a:lstStyle>
          <a:p>
            <a:r>
              <a:rPr lang="fi-FI"/>
              <a:t>P</a:t>
            </a:r>
          </a:p>
        </p:txBody>
      </p:sp>
      <p:sp>
        <p:nvSpPr>
          <p:cNvPr id="172" name="Text Placeholder 18">
            <a:extLst>
              <a:ext uri="{FF2B5EF4-FFF2-40B4-BE49-F238E27FC236}">
                <a16:creationId xmlns:a16="http://schemas.microsoft.com/office/drawing/2014/main" id="{1D843DE0-70CE-7CC9-CC6E-C971A08D65A8}"/>
              </a:ext>
            </a:extLst>
          </p:cNvPr>
          <p:cNvSpPr>
            <a:spLocks noGrp="1"/>
          </p:cNvSpPr>
          <p:nvPr>
            <p:ph type="body" sz="quarter" idx="92" hasCustomPrompt="1"/>
          </p:nvPr>
        </p:nvSpPr>
        <p:spPr>
          <a:xfrm>
            <a:off x="10162175" y="3101177"/>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73" name="Oval 172">
            <a:extLst>
              <a:ext uri="{FF2B5EF4-FFF2-40B4-BE49-F238E27FC236}">
                <a16:creationId xmlns:a16="http://schemas.microsoft.com/office/drawing/2014/main" id="{FEDEFC9A-745A-45E1-0BF3-3447C6FC47FC}"/>
              </a:ext>
            </a:extLst>
          </p:cNvPr>
          <p:cNvSpPr/>
          <p:nvPr userDrawn="1"/>
        </p:nvSpPr>
        <p:spPr>
          <a:xfrm rot="10800000">
            <a:off x="9618934" y="3852190"/>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74" name="Picture Placeholder 3">
            <a:extLst>
              <a:ext uri="{FF2B5EF4-FFF2-40B4-BE49-F238E27FC236}">
                <a16:creationId xmlns:a16="http://schemas.microsoft.com/office/drawing/2014/main" id="{4F320928-EF52-061D-9E1E-3C68D21D5220}"/>
              </a:ext>
            </a:extLst>
          </p:cNvPr>
          <p:cNvSpPr>
            <a:spLocks noGrp="1"/>
          </p:cNvSpPr>
          <p:nvPr>
            <p:ph type="pic" sz="quarter" idx="93" hasCustomPrompt="1"/>
          </p:nvPr>
        </p:nvSpPr>
        <p:spPr>
          <a:xfrm>
            <a:off x="9622175" y="3849322"/>
            <a:ext cx="540000" cy="540000"/>
          </a:xfrm>
          <a:prstGeom prst="ellipse">
            <a:avLst/>
          </a:prstGeom>
          <a:noFill/>
        </p:spPr>
        <p:txBody>
          <a:bodyPr>
            <a:normAutofit/>
          </a:bodyPr>
          <a:lstStyle>
            <a:lvl1pPr marL="0" indent="0" algn="ctr">
              <a:buNone/>
              <a:defRPr sz="1400"/>
            </a:lvl1pPr>
          </a:lstStyle>
          <a:p>
            <a:r>
              <a:rPr lang="fi-FI"/>
              <a:t>P</a:t>
            </a:r>
          </a:p>
        </p:txBody>
      </p:sp>
      <p:sp>
        <p:nvSpPr>
          <p:cNvPr id="175" name="Text Placeholder 18">
            <a:extLst>
              <a:ext uri="{FF2B5EF4-FFF2-40B4-BE49-F238E27FC236}">
                <a16:creationId xmlns:a16="http://schemas.microsoft.com/office/drawing/2014/main" id="{D799D8E1-9FC3-D524-E088-C0156AA4259D}"/>
              </a:ext>
            </a:extLst>
          </p:cNvPr>
          <p:cNvSpPr>
            <a:spLocks noGrp="1"/>
          </p:cNvSpPr>
          <p:nvPr>
            <p:ph type="body" sz="quarter" idx="94" hasCustomPrompt="1"/>
          </p:nvPr>
        </p:nvSpPr>
        <p:spPr>
          <a:xfrm>
            <a:off x="10162175" y="3849322"/>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76" name="Oval 175">
            <a:extLst>
              <a:ext uri="{FF2B5EF4-FFF2-40B4-BE49-F238E27FC236}">
                <a16:creationId xmlns:a16="http://schemas.microsoft.com/office/drawing/2014/main" id="{C7342C9C-F401-9F4A-E788-F2800E6EBB18}"/>
              </a:ext>
            </a:extLst>
          </p:cNvPr>
          <p:cNvSpPr/>
          <p:nvPr userDrawn="1"/>
        </p:nvSpPr>
        <p:spPr>
          <a:xfrm rot="10800000">
            <a:off x="9618934" y="4600336"/>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77" name="Picture Placeholder 3">
            <a:extLst>
              <a:ext uri="{FF2B5EF4-FFF2-40B4-BE49-F238E27FC236}">
                <a16:creationId xmlns:a16="http://schemas.microsoft.com/office/drawing/2014/main" id="{92585483-3314-C3BC-E562-C6D80AE2D81A}"/>
              </a:ext>
            </a:extLst>
          </p:cNvPr>
          <p:cNvSpPr>
            <a:spLocks noGrp="1"/>
          </p:cNvSpPr>
          <p:nvPr>
            <p:ph type="pic" sz="quarter" idx="95" hasCustomPrompt="1"/>
          </p:nvPr>
        </p:nvSpPr>
        <p:spPr>
          <a:xfrm>
            <a:off x="9622175" y="4597468"/>
            <a:ext cx="540000" cy="540000"/>
          </a:xfrm>
          <a:prstGeom prst="ellipse">
            <a:avLst/>
          </a:prstGeom>
          <a:noFill/>
        </p:spPr>
        <p:txBody>
          <a:bodyPr>
            <a:normAutofit/>
          </a:bodyPr>
          <a:lstStyle>
            <a:lvl1pPr marL="0" indent="0" algn="ctr">
              <a:buNone/>
              <a:defRPr sz="1400"/>
            </a:lvl1pPr>
          </a:lstStyle>
          <a:p>
            <a:r>
              <a:rPr lang="fi-FI"/>
              <a:t>P</a:t>
            </a:r>
          </a:p>
        </p:txBody>
      </p:sp>
      <p:sp>
        <p:nvSpPr>
          <p:cNvPr id="178" name="Text Placeholder 18">
            <a:extLst>
              <a:ext uri="{FF2B5EF4-FFF2-40B4-BE49-F238E27FC236}">
                <a16:creationId xmlns:a16="http://schemas.microsoft.com/office/drawing/2014/main" id="{950EEBFD-4428-EF44-EC2A-7B45446C8EB0}"/>
              </a:ext>
            </a:extLst>
          </p:cNvPr>
          <p:cNvSpPr>
            <a:spLocks noGrp="1"/>
          </p:cNvSpPr>
          <p:nvPr>
            <p:ph type="body" sz="quarter" idx="96" hasCustomPrompt="1"/>
          </p:nvPr>
        </p:nvSpPr>
        <p:spPr>
          <a:xfrm>
            <a:off x="10162175" y="4597468"/>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179" name="Oval 178">
            <a:extLst>
              <a:ext uri="{FF2B5EF4-FFF2-40B4-BE49-F238E27FC236}">
                <a16:creationId xmlns:a16="http://schemas.microsoft.com/office/drawing/2014/main" id="{C9A0EC3D-F352-4BC1-4C98-959F0C4CFE08}"/>
              </a:ext>
            </a:extLst>
          </p:cNvPr>
          <p:cNvSpPr/>
          <p:nvPr userDrawn="1"/>
        </p:nvSpPr>
        <p:spPr>
          <a:xfrm rot="10800000">
            <a:off x="9618934" y="5348481"/>
            <a:ext cx="543226" cy="543226"/>
          </a:xfrm>
          <a:prstGeom prst="ellipse">
            <a:avLst/>
          </a:prstGeom>
          <a:gradFill>
            <a:gsLst>
              <a:gs pos="0">
                <a:srgbClr val="057CDE"/>
              </a:gs>
              <a:gs pos="100000">
                <a:srgbClr val="05DE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80" name="Picture Placeholder 3">
            <a:extLst>
              <a:ext uri="{FF2B5EF4-FFF2-40B4-BE49-F238E27FC236}">
                <a16:creationId xmlns:a16="http://schemas.microsoft.com/office/drawing/2014/main" id="{38B26246-770B-F0D3-4E95-FEC3726EA5AD}"/>
              </a:ext>
            </a:extLst>
          </p:cNvPr>
          <p:cNvSpPr>
            <a:spLocks noGrp="1"/>
          </p:cNvSpPr>
          <p:nvPr>
            <p:ph type="pic" sz="quarter" idx="97" hasCustomPrompt="1"/>
          </p:nvPr>
        </p:nvSpPr>
        <p:spPr>
          <a:xfrm>
            <a:off x="9622175" y="5345613"/>
            <a:ext cx="540000" cy="540000"/>
          </a:xfrm>
          <a:prstGeom prst="ellipse">
            <a:avLst/>
          </a:prstGeom>
          <a:noFill/>
        </p:spPr>
        <p:txBody>
          <a:bodyPr>
            <a:normAutofit/>
          </a:bodyPr>
          <a:lstStyle>
            <a:lvl1pPr marL="0" indent="0" algn="ctr">
              <a:buNone/>
              <a:defRPr sz="1400"/>
            </a:lvl1pPr>
          </a:lstStyle>
          <a:p>
            <a:r>
              <a:rPr lang="fi-FI"/>
              <a:t>P</a:t>
            </a:r>
          </a:p>
        </p:txBody>
      </p:sp>
      <p:sp>
        <p:nvSpPr>
          <p:cNvPr id="181" name="Text Placeholder 18">
            <a:extLst>
              <a:ext uri="{FF2B5EF4-FFF2-40B4-BE49-F238E27FC236}">
                <a16:creationId xmlns:a16="http://schemas.microsoft.com/office/drawing/2014/main" id="{289CCB76-2FBF-2D6B-5BAF-5F30C724A3F4}"/>
              </a:ext>
            </a:extLst>
          </p:cNvPr>
          <p:cNvSpPr>
            <a:spLocks noGrp="1"/>
          </p:cNvSpPr>
          <p:nvPr>
            <p:ph type="body" sz="quarter" idx="98" hasCustomPrompt="1"/>
          </p:nvPr>
        </p:nvSpPr>
        <p:spPr>
          <a:xfrm>
            <a:off x="10162175" y="5345613"/>
            <a:ext cx="1321200" cy="543227"/>
          </a:xfrm>
        </p:spPr>
        <p:txBody>
          <a:bodyPr anchor="ctr">
            <a:normAutofit/>
          </a:bodyPr>
          <a:lstStyle>
            <a:lvl1pPr marL="0" indent="0">
              <a:lnSpc>
                <a:spcPct val="90000"/>
              </a:lnSpc>
              <a:spcBef>
                <a:spcPts val="0"/>
              </a:spcBef>
              <a:buNone/>
              <a:defRPr sz="1600" b="0" i="0">
                <a:latin typeface="Segoe UI" panose="020B0502040204020203" pitchFamily="34" charset="0"/>
                <a:cs typeface="Segoe UI"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pic>
        <p:nvPicPr>
          <p:cNvPr id="5" name="Picture 4">
            <a:extLst>
              <a:ext uri="{FF2B5EF4-FFF2-40B4-BE49-F238E27FC236}">
                <a16:creationId xmlns:a16="http://schemas.microsoft.com/office/drawing/2014/main" id="{C44F2DA2-DCEF-9D79-87BA-46E69D68D838}"/>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1039525" y="6478173"/>
            <a:ext cx="1010226" cy="249189"/>
          </a:xfrm>
          <a:prstGeom prst="rect">
            <a:avLst/>
          </a:prstGeom>
        </p:spPr>
      </p:pic>
    </p:spTree>
    <p:extLst>
      <p:ext uri="{BB962C8B-B14F-4D97-AF65-F5344CB8AC3E}">
        <p14:creationId xmlns:p14="http://schemas.microsoft.com/office/powerpoint/2010/main" val="286154949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slideLayout" Target="../slideLayouts/slideLayout32.xml"/><Relationship Id="rId5" Type="http://schemas.openxmlformats.org/officeDocument/2006/relationships/slideLayout" Target="../slideLayouts/slideLayout33.xml"/><Relationship Id="rId6" Type="http://schemas.openxmlformats.org/officeDocument/2006/relationships/slideLayout" Target="../slideLayouts/slideLayout34.xml"/><Relationship Id="rId7" Type="http://schemas.openxmlformats.org/officeDocument/2006/relationships/slideLayout" Target="../slideLayouts/slideLayout35.xml"/><Relationship Id="rId8" Type="http://schemas.openxmlformats.org/officeDocument/2006/relationships/slideLayout" Target="../slideLayouts/slideLayout36.xml"/><Relationship Id="rId9" Type="http://schemas.openxmlformats.org/officeDocument/2006/relationships/slideLayout" Target="../slideLayouts/slideLayout37.xml"/><Relationship Id="rId10" Type="http://schemas.openxmlformats.org/officeDocument/2006/relationships/slideLayout" Target="../slideLayouts/slideLayout38.xml"/><Relationship Id="rId11" Type="http://schemas.openxmlformats.org/officeDocument/2006/relationships/slideLayout" Target="../slideLayouts/slideLayout39.xml"/><Relationship Id="rId12" Type="http://schemas.openxmlformats.org/officeDocument/2006/relationships/slideLayout" Target="../slideLayouts/slideLayout40.xml"/><Relationship Id="rId13" Type="http://schemas.openxmlformats.org/officeDocument/2006/relationships/slideLayout" Target="../slideLayouts/slideLayout41.xml"/><Relationship Id="rId14" Type="http://schemas.openxmlformats.org/officeDocument/2006/relationships/slideLayout" Target="../slideLayouts/slideLayout42.xml"/><Relationship Id="rId15" Type="http://schemas.openxmlformats.org/officeDocument/2006/relationships/slideLayout" Target="../slideLayouts/slideLayout43.xml"/><Relationship Id="rId16" Type="http://schemas.openxmlformats.org/officeDocument/2006/relationships/slideLayout" Target="../slideLayouts/slideLayout44.xml"/><Relationship Id="rId17" Type="http://schemas.openxmlformats.org/officeDocument/2006/relationships/slideLayout" Target="../slideLayouts/slideLayout45.xml"/><Relationship Id="rId18" Type="http://schemas.openxmlformats.org/officeDocument/2006/relationships/slideLayout" Target="../slideLayouts/slideLayout46.xml"/><Relationship Id="rId19" Type="http://schemas.openxmlformats.org/officeDocument/2006/relationships/slideLayout" Target="../slideLayouts/slideLayout47.xml"/><Relationship Id="rId20" Type="http://schemas.openxmlformats.org/officeDocument/2006/relationships/slideLayout" Target="../slideLayouts/slideLayout48.xml"/><Relationship Id="rId21" Type="http://schemas.openxmlformats.org/officeDocument/2006/relationships/slideLayout" Target="../slideLayouts/slideLayout49.xml"/><Relationship Id="rId22" Type="http://schemas.openxmlformats.org/officeDocument/2006/relationships/slideLayout" Target="../slideLayouts/slideLayout50.xml"/><Relationship Id="rId23" Type="http://schemas.openxmlformats.org/officeDocument/2006/relationships/slideLayout" Target="../slideLayouts/slideLayout51.xml"/><Relationship Id="rId2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684869E-8868-E047-AE03-59116D6F6542}"/>
              </a:ext>
            </a:extLst>
          </p:cNvPr>
          <p:cNvSpPr>
            <a:spLocks noGrp="1"/>
          </p:cNvSpPr>
          <p:nvPr>
            <p:ph type="body" idx="1"/>
          </p:nvPr>
        </p:nvSpPr>
        <p:spPr>
          <a:xfrm>
            <a:off x="838200" y="1825625"/>
            <a:ext cx="10515600" cy="4109986"/>
          </a:xfrm>
          <a:prstGeom prst="rect">
            <a:avLst/>
          </a:prstGeom>
        </p:spPr>
        <p:txBody>
          <a:bodyPr vert="horz" lIns="91440" tIns="45720" rIns="91440" bIns="45720" rtlCol="0">
            <a:norm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Title Placeholder 3">
            <a:extLst>
              <a:ext uri="{FF2B5EF4-FFF2-40B4-BE49-F238E27FC236}">
                <a16:creationId xmlns:a16="http://schemas.microsoft.com/office/drawing/2014/main" id="{756E8A81-9C43-F1F5-E005-CFD5D40FB7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FI"/>
          </a:p>
        </p:txBody>
      </p:sp>
    </p:spTree>
    <p:extLst>
      <p:ext uri="{BB962C8B-B14F-4D97-AF65-F5344CB8AC3E}">
        <p14:creationId xmlns:p14="http://schemas.microsoft.com/office/powerpoint/2010/main" val="626277182"/>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6" r:id="rId16"/>
    <p:sldLayoutId id="2147483714" r:id="rId17"/>
    <p:sldLayoutId id="2147483715" r:id="rId18"/>
    <p:sldLayoutId id="2147483717" r:id="rId19"/>
    <p:sldLayoutId id="2147483718" r:id="rId20"/>
    <p:sldLayoutId id="2147483719" r:id="rId21"/>
    <p:sldLayoutId id="2147483720" r:id="rId22"/>
    <p:sldLayoutId id="2147483721" r:id="rId23"/>
    <p:sldLayoutId id="2147483722" r:id="rId24"/>
    <p:sldLayoutId id="2147483723" r:id="rId25"/>
    <p:sldLayoutId id="2147483724" r:id="rId26"/>
    <p:sldLayoutId id="2147483769" r:id="rId27"/>
    <p:sldLayoutId id="2147483733" r:id="rId28"/>
  </p:sldLayoutIdLst>
  <p:hf sldNum="0" hdr="0" ftr="0" dt="0"/>
  <p:txStyles>
    <p:titleStyle>
      <a:lvl1pPr algn="l" defTabSz="914400" rtl="0" eaLnBrk="1" latinLnBrk="0" hangingPunct="1">
        <a:lnSpc>
          <a:spcPct val="90000"/>
        </a:lnSpc>
        <a:spcBef>
          <a:spcPct val="0"/>
        </a:spcBef>
        <a:buNone/>
        <a:defRPr sz="4200" b="1" i="0" kern="1200">
          <a:solidFill>
            <a:schemeClr val="tx1"/>
          </a:solidFill>
          <a:latin typeface="Segoe UI" panose="020B0502040204020203" pitchFamily="34" charset="0"/>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684869E-8868-E047-AE03-59116D6F6542}"/>
              </a:ext>
            </a:extLst>
          </p:cNvPr>
          <p:cNvSpPr>
            <a:spLocks noGrp="1"/>
          </p:cNvSpPr>
          <p:nvPr>
            <p:ph type="body" idx="1"/>
          </p:nvPr>
        </p:nvSpPr>
        <p:spPr>
          <a:xfrm>
            <a:off x="838200" y="1825625"/>
            <a:ext cx="10515600" cy="4109986"/>
          </a:xfrm>
          <a:prstGeom prst="rect">
            <a:avLst/>
          </a:prstGeom>
        </p:spPr>
        <p:txBody>
          <a:bodyPr vert="horz" lIns="91440" tIns="45720" rIns="91440" bIns="45720" rtlCol="0">
            <a:norm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Title Placeholder 3">
            <a:extLst>
              <a:ext uri="{FF2B5EF4-FFF2-40B4-BE49-F238E27FC236}">
                <a16:creationId xmlns:a16="http://schemas.microsoft.com/office/drawing/2014/main" id="{756E8A81-9C43-F1F5-E005-CFD5D40FB7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FI"/>
          </a:p>
        </p:txBody>
      </p:sp>
    </p:spTree>
    <p:extLst>
      <p:ext uri="{BB962C8B-B14F-4D97-AF65-F5344CB8AC3E}">
        <p14:creationId xmlns:p14="http://schemas.microsoft.com/office/powerpoint/2010/main" val="222961665"/>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 id="2147483812" r:id="rId15"/>
    <p:sldLayoutId id="2147483813" r:id="rId16"/>
    <p:sldLayoutId id="2147483814" r:id="rId17"/>
    <p:sldLayoutId id="2147483815" r:id="rId18"/>
    <p:sldLayoutId id="2147483816" r:id="rId19"/>
    <p:sldLayoutId id="2147483817" r:id="rId20"/>
    <p:sldLayoutId id="2147483818" r:id="rId21"/>
    <p:sldLayoutId id="2147483819" r:id="rId22"/>
    <p:sldLayoutId id="2147483820" r:id="rId23"/>
  </p:sldLayoutIdLst>
  <p:hf sldNum="0" hdr="0" ftr="0" dt="0"/>
  <p:txStyles>
    <p:titleStyle>
      <a:lvl1pPr algn="l" defTabSz="914400" rtl="0" eaLnBrk="1" latinLnBrk="0" hangingPunct="1">
        <a:lnSpc>
          <a:spcPct val="90000"/>
        </a:lnSpc>
        <a:spcBef>
          <a:spcPct val="0"/>
        </a:spcBef>
        <a:buNone/>
        <a:defRPr sz="4200" b="1" i="0" kern="1200">
          <a:solidFill>
            <a:schemeClr val="bg1"/>
          </a:solidFill>
          <a:latin typeface="Segoe UI" panose="020B0502040204020203" pitchFamily="34" charset="0"/>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bg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4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41.png"/><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5.xml"/><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1.xml"/><Relationship Id="rId3" Type="http://schemas.openxmlformats.org/officeDocument/2006/relationships/image" Target="../media/image47.png"/><Relationship Id="rId4" Type="http://schemas.openxmlformats.org/officeDocument/2006/relationships/image" Target="../media/image45.png"/><Relationship Id="rId5" Type="http://schemas.openxmlformats.org/officeDocument/2006/relationships/image" Target="../media/image4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31720"/>
            <a:ext cx="11094415" cy="2194560"/>
          </a:xfrm>
          <a:prstGeom prst="rect">
            <a:avLst/>
          </a:prstGeom>
          <a:noFill/>
        </p:spPr>
        <p:txBody>
          <a:bodyPr wrap="square" anchor="ctr" lIns="0" rIns="0" tIns="0" bIns="0">
            <a:spAutoFit/>
          </a:bodyPr>
          <a:lstStyle/>
          <a:p>
            <a:pPr algn="l"/>
            <a:r>
              <a:rPr sz="9600" b="1" i="0">
                <a:solidFill>
                  <a:srgbClr val="151719"/>
                </a:solidFill>
                <a:latin typeface="Segoe UI"/>
              </a:rPr>
              <a:t>Our job has changed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31720"/>
            <a:ext cx="11094415" cy="2194560"/>
          </a:xfrm>
          <a:prstGeom prst="rect">
            <a:avLst/>
          </a:prstGeom>
          <a:noFill/>
        </p:spPr>
        <p:txBody>
          <a:bodyPr wrap="square" anchor="ctr" lIns="0" rIns="0" tIns="0" bIns="0">
            <a:spAutoFit/>
          </a:bodyPr>
          <a:lstStyle/>
          <a:p>
            <a:pPr algn="l"/>
            <a:r>
              <a:rPr sz="9600" b="1" i="0">
                <a:solidFill>
                  <a:srgbClr val="151719"/>
                </a:solidFill>
                <a:latin typeface="Segoe UI"/>
              </a:rPr>
              <a:t>I wish I had a silver bullet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31720"/>
            <a:ext cx="11094415" cy="2194560"/>
          </a:xfrm>
          <a:prstGeom prst="rect">
            <a:avLst/>
          </a:prstGeom>
          <a:noFill/>
        </p:spPr>
        <p:txBody>
          <a:bodyPr wrap="square" anchor="ctr" lIns="0" rIns="0" tIns="0" bIns="0">
            <a:spAutoFit/>
          </a:bodyPr>
          <a:lstStyle/>
          <a:p>
            <a:pPr algn="l"/>
            <a:r>
              <a:rPr sz="9600" b="1" i="0">
                <a:solidFill>
                  <a:srgbClr val="151719"/>
                </a:solidFill>
                <a:latin typeface="Segoe UI"/>
              </a:rPr>
              <a:t>Peeing your pants in winter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5400"/>
              <a:t>Engineering with AI</a:t>
            </a:r>
          </a:p>
        </p:txBody>
      </p:sp>
      <p:sp>
        <p:nvSpPr>
          <p:cNvPr id="3" name="Live badge"/>
          <p:cNvSpPr/>
          <p:nvPr/>
        </p:nvSpPr>
        <p:spPr>
          <a:xfrm>
            <a:off x="5410047" y="1463040"/>
            <a:ext cx="1371600" cy="457200"/>
          </a:xfrm>
          <a:prstGeom prst="roundRect">
            <a:avLst>
              <a:gd name="adj" fmla="val 20000"/>
            </a:avLst>
          </a:prstGeom>
          <a:solidFill>
            <a:srgbClr val="FB5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10047" y="1463040"/>
            <a:ext cx="1371600" cy="457200"/>
          </a:xfrm>
          <a:prstGeom prst="rect">
            <a:avLst/>
          </a:prstGeom>
          <a:noFill/>
        </p:spPr>
        <p:txBody>
          <a:bodyPr wrap="square" anchor="ctr" lIns="0" rIns="0" tIns="0" bIns="0">
            <a:spAutoFit/>
          </a:bodyPr>
          <a:lstStyle/>
          <a:p>
            <a:pPr algn="ctr"/>
            <a:r>
              <a:rPr sz="1800" b="1" i="0">
                <a:solidFill>
                  <a:srgbClr val="FFFFFF"/>
                </a:solidFill>
                <a:latin typeface="Segoe UI"/>
              </a:rPr>
              <a:t>●  LIVE</a:t>
            </a:r>
          </a:p>
        </p:txBody>
      </p:sp>
      <p:sp>
        <p:nvSpPr>
          <p:cNvPr id="5" name="TextBox 4"/>
          <p:cNvSpPr txBox="1"/>
          <p:nvPr/>
        </p:nvSpPr>
        <p:spPr>
          <a:xfrm>
            <a:off x="1828800" y="3931920"/>
            <a:ext cx="8534095" cy="457200"/>
          </a:xfrm>
          <a:prstGeom prst="rect">
            <a:avLst/>
          </a:prstGeom>
          <a:noFill/>
        </p:spPr>
        <p:txBody>
          <a:bodyPr wrap="square" anchor="t" lIns="0" rIns="0" tIns="0" bIns="0">
            <a:spAutoFit/>
          </a:bodyPr>
          <a:lstStyle/>
          <a:p>
            <a:pPr algn="ctr"/>
            <a:r>
              <a:rPr sz="2600" b="0" i="0">
                <a:solidFill>
                  <a:srgbClr val="FFFFFF"/>
                </a:solidFill>
                <a:latin typeface="Segoe UI"/>
              </a:rPr>
              <a:t>(developers are stronger than ever)</a:t>
            </a:r>
          </a:p>
        </p:txBody>
      </p:sp>
      <p:sp>
        <p:nvSpPr>
          <p:cNvPr id="6" name="TextBox 5"/>
          <p:cNvSpPr txBox="1"/>
          <p:nvPr/>
        </p:nvSpPr>
        <p:spPr>
          <a:xfrm>
            <a:off x="1828800" y="4663440"/>
            <a:ext cx="8534095" cy="457200"/>
          </a:xfrm>
          <a:prstGeom prst="rect">
            <a:avLst/>
          </a:prstGeom>
          <a:noFill/>
        </p:spPr>
        <p:txBody>
          <a:bodyPr wrap="square" anchor="t" lIns="0" rIns="0" tIns="0" bIns="0">
            <a:spAutoFit/>
          </a:bodyPr>
          <a:lstStyle/>
          <a:p>
            <a:pPr algn="ctr"/>
            <a:r>
              <a:rPr sz="2000" b="0" i="0">
                <a:solidFill>
                  <a:srgbClr val="B9BEC2"/>
                </a:solidFill>
                <a:latin typeface="Segoe UI"/>
              </a:rPr>
              <a:t>Sakari Nahi · Zure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188720"/>
            <a:ext cx="10058400" cy="3474720"/>
          </a:xfrm>
          <a:prstGeom prst="rect">
            <a:avLst/>
          </a:prstGeom>
          <a:noFill/>
        </p:spPr>
        <p:txBody>
          <a:bodyPr wrap="square" anchor="ctr" lIns="0" rIns="0" tIns="0" bIns="0">
            <a:spAutoFit/>
          </a:bodyPr>
          <a:lstStyle/>
          <a:p>
            <a:pPr algn="l"/>
            <a:r>
              <a:rPr sz="22000" b="1" i="0">
                <a:solidFill>
                  <a:srgbClr val="05C3DE"/>
                </a:solidFill>
                <a:latin typeface="Segoe UI"/>
              </a:rPr>
              <a:t>185k€</a:t>
            </a:r>
          </a:p>
        </p:txBody>
      </p:sp>
      <p:sp>
        <p:nvSpPr>
          <p:cNvPr id="3" name="TextBox 2"/>
          <p:cNvSpPr txBox="1"/>
          <p:nvPr/>
        </p:nvSpPr>
        <p:spPr>
          <a:xfrm>
            <a:off x="685800" y="4800600"/>
            <a:ext cx="10058400" cy="822960"/>
          </a:xfrm>
          <a:prstGeom prst="rect">
            <a:avLst/>
          </a:prstGeom>
          <a:noFill/>
        </p:spPr>
        <p:txBody>
          <a:bodyPr wrap="square" anchor="t" lIns="0" rIns="0" tIns="0" bIns="0">
            <a:spAutoFit/>
          </a:bodyPr>
          <a:lstStyle/>
          <a:p>
            <a:pPr algn="l"/>
            <a:r>
              <a:rPr sz="2800" b="0" i="0">
                <a:solidFill>
                  <a:srgbClr val="FFFFFF"/>
                </a:solidFill>
                <a:latin typeface="Segoe UI"/>
              </a:rPr>
              <a:t>one colleague's tokens, January to August</a:t>
            </a:r>
          </a:p>
          <a:p>
            <a:pPr algn="l"/>
            <a:r>
              <a:rPr sz="1600" b="0" i="0">
                <a:solidFill>
                  <a:srgbClr val="B9BEC2"/>
                </a:solidFill>
                <a:latin typeface="Segoe UI"/>
              </a:rPr>
              <a:t>about 23k€ a month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822960"/>
            <a:ext cx="10972800" cy="731520"/>
          </a:xfrm>
          <a:prstGeom prst="rect">
            <a:avLst/>
          </a:prstGeom>
          <a:noFill/>
        </p:spPr>
        <p:txBody>
          <a:bodyPr wrap="square" anchor="t" lIns="0" rIns="0" tIns="0" bIns="0">
            <a:spAutoFit/>
          </a:bodyPr>
          <a:lstStyle/>
          <a:p>
            <a:pPr algn="l"/>
            <a:r>
              <a:rPr sz="3600" b="1" i="0">
                <a:solidFill>
                  <a:srgbClr val="151719"/>
                </a:solidFill>
                <a:latin typeface="Segoe UI"/>
              </a:rPr>
              <a:t>Loop until a harsh critic is wowed</a:t>
            </a:r>
          </a:p>
        </p:txBody>
      </p:sp>
      <p:sp>
        <p:nvSpPr>
          <p:cNvPr id="3" name="Prompt"/>
          <p:cNvSpPr/>
          <p:nvPr/>
        </p:nvSpPr>
        <p:spPr>
          <a:xfrm>
            <a:off x="548640" y="1920240"/>
            <a:ext cx="5303520" cy="3291840"/>
          </a:xfrm>
          <a:prstGeom prst="roundRect">
            <a:avLst>
              <a:gd name="adj" fmla="val 4000"/>
            </a:avLst>
          </a:prstGeom>
          <a:solidFill>
            <a:srgbClr val="25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59" y="1920240"/>
            <a:ext cx="4754880" cy="3291840"/>
          </a:xfrm>
          <a:prstGeom prst="rect">
            <a:avLst/>
          </a:prstGeom>
          <a:noFill/>
        </p:spPr>
        <p:txBody>
          <a:bodyPr wrap="square" anchor="ctr" lIns="0" rIns="0" tIns="0" bIns="0">
            <a:spAutoFit/>
          </a:bodyPr>
          <a:lstStyle/>
          <a:p>
            <a:pPr algn="l">
              <a:spcAft>
                <a:spcPts val="400"/>
              </a:spcAft>
            </a:pPr>
            <a:r>
              <a:rPr sz="1700" b="0" i="0">
                <a:solidFill>
                  <a:srgbClr val="B9BEC2"/>
                </a:solidFill>
                <a:latin typeface="Consolas"/>
              </a:rPr>
              <a:t>Fan out sub-agents …</a:t>
            </a:r>
          </a:p>
          <a:p>
            <a:pPr algn="l">
              <a:spcAft>
                <a:spcPts val="400"/>
              </a:spcAft>
            </a:pPr>
            <a:r>
              <a:rPr sz="1700" b="0" i="0">
                <a:solidFill>
                  <a:srgbClr val="B9BEC2"/>
                </a:solidFill>
                <a:latin typeface="Consolas"/>
              </a:rPr>
              <a:t>/loop on each item and have a separate</a:t>
            </a:r>
          </a:p>
          <a:p>
            <a:pPr algn="l">
              <a:spcAft>
                <a:spcPts val="400"/>
              </a:spcAft>
            </a:pPr>
            <a:r>
              <a:rPr sz="1700" b="0" i="0">
                <a:solidFill>
                  <a:srgbClr val="B9BEC2"/>
                </a:solidFill>
                <a:latin typeface="Consolas"/>
              </a:rPr>
              <a:t>sub-agent check it visually …</a:t>
            </a:r>
          </a:p>
          <a:p>
            <a:pPr algn="l">
              <a:spcAft>
                <a:spcPts val="400"/>
              </a:spcAft>
            </a:pPr>
            <a:r>
              <a:rPr sz="1700" b="0" i="0">
                <a:solidFill>
                  <a:srgbClr val="B9BEC2"/>
                </a:solidFill>
                <a:latin typeface="Consolas"/>
              </a:rPr>
              <a:t>That separate sub-agent should be</a:t>
            </a:r>
          </a:p>
          <a:p>
            <a:pPr algn="l">
              <a:spcAft>
                <a:spcPts val="400"/>
              </a:spcAft>
            </a:pPr>
            <a:r>
              <a:rPr sz="1700" b="0" i="0">
                <a:solidFill>
                  <a:srgbClr val="B9BEC2"/>
                </a:solidFill>
                <a:latin typeface="Consolas"/>
              </a:rPr>
              <a:t>a really harsh critic …</a:t>
            </a:r>
          </a:p>
          <a:p>
            <a:pPr algn="l">
              <a:spcAft>
                <a:spcPts val="400"/>
              </a:spcAft>
            </a:pPr>
            <a:r>
              <a:rPr sz="1700" b="0" i="0">
                <a:solidFill>
                  <a:srgbClr val="B9BEC2"/>
                </a:solidFill>
                <a:latin typeface="Consolas"/>
              </a:rPr>
              <a:t>Don't stop until each sub-agent is</a:t>
            </a:r>
          </a:p>
          <a:p>
            <a:pPr algn="l">
              <a:spcAft>
                <a:spcPts val="400"/>
              </a:spcAft>
            </a:pPr>
            <a:r>
              <a:rPr sz="1700" b="0" i="0">
                <a:solidFill>
                  <a:srgbClr val="B9BEC2"/>
                </a:solidFill>
                <a:latin typeface="Consolas"/>
              </a:rPr>
              <a:t>utterly wowed … compare them</a:t>
            </a:r>
          </a:p>
          <a:p>
            <a:pPr algn="l">
              <a:spcAft>
                <a:spcPts val="400"/>
              </a:spcAft>
            </a:pPr>
            <a:r>
              <a:rPr sz="1700" b="0" i="0">
                <a:solidFill>
                  <a:srgbClr val="B9BEC2"/>
                </a:solidFill>
                <a:latin typeface="Consolas"/>
              </a:rPr>
              <a:t>side by side blind …</a:t>
            </a:r>
          </a:p>
        </p:txBody>
      </p:sp>
      <p:sp>
        <p:nvSpPr>
          <p:cNvPr id="5" name="builders"/>
          <p:cNvSpPr/>
          <p:nvPr/>
        </p:nvSpPr>
        <p:spPr>
          <a:xfrm>
            <a:off x="6400800" y="2103120"/>
            <a:ext cx="2194560" cy="914400"/>
          </a:xfrm>
          <a:prstGeom prst="roundRect">
            <a:avLst>
              <a:gd name="adj" fmla="val 8000"/>
            </a:avLst>
          </a:prstGeom>
          <a:solidFill>
            <a:srgbClr val="F6F5F1"/>
          </a:solidFill>
          <a:ln w="1587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2103120"/>
            <a:ext cx="2194560" cy="914400"/>
          </a:xfrm>
          <a:prstGeom prst="rect">
            <a:avLst/>
          </a:prstGeom>
          <a:noFill/>
        </p:spPr>
        <p:txBody>
          <a:bodyPr wrap="square" anchor="ctr" lIns="0" rIns="0" tIns="0" bIns="0">
            <a:spAutoFit/>
          </a:bodyPr>
          <a:lstStyle/>
          <a:p>
            <a:pPr algn="ctr"/>
            <a:r>
              <a:rPr sz="2000" b="1" i="0">
                <a:solidFill>
                  <a:srgbClr val="151719"/>
                </a:solidFill>
                <a:latin typeface="Segoe UI"/>
              </a:rPr>
              <a:t>builders</a:t>
            </a:r>
          </a:p>
        </p:txBody>
      </p:sp>
      <p:sp>
        <p:nvSpPr>
          <p:cNvPr id="7" name="harsh critic"/>
          <p:cNvSpPr/>
          <p:nvPr/>
        </p:nvSpPr>
        <p:spPr>
          <a:xfrm>
            <a:off x="9418320" y="2103120"/>
            <a:ext cx="2194560" cy="914400"/>
          </a:xfrm>
          <a:prstGeom prst="roundRect">
            <a:avLst>
              <a:gd name="adj" fmla="val 8000"/>
            </a:avLst>
          </a:prstGeom>
          <a:solidFill>
            <a:srgbClr val="1517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0" y="2103120"/>
            <a:ext cx="2194560" cy="914400"/>
          </a:xfrm>
          <a:prstGeom prst="rect">
            <a:avLst/>
          </a:prstGeom>
          <a:noFill/>
        </p:spPr>
        <p:txBody>
          <a:bodyPr wrap="square" anchor="ctr" lIns="0" rIns="0" tIns="0" bIns="0">
            <a:spAutoFit/>
          </a:bodyPr>
          <a:lstStyle/>
          <a:p>
            <a:pPr algn="ctr"/>
            <a:r>
              <a:rPr sz="2000" b="1" i="0">
                <a:solidFill>
                  <a:srgbClr val="FFFFFF"/>
                </a:solidFill>
                <a:latin typeface="Segoe UI"/>
              </a:rPr>
              <a:t>harsh critic</a:t>
            </a:r>
          </a:p>
        </p:txBody>
      </p:sp>
      <p:sp>
        <p:nvSpPr>
          <p:cNvPr id="9" name="Right Arrow 8"/>
          <p:cNvSpPr/>
          <p:nvPr/>
        </p:nvSpPr>
        <p:spPr>
          <a:xfrm>
            <a:off x="8778240" y="2441448"/>
            <a:ext cx="457200" cy="237744"/>
          </a:xfrm>
          <a:prstGeom prst="rightArrow">
            <a:avLst/>
          </a:prstGeom>
          <a:solidFill>
            <a:srgbClr val="8A90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10515600" y="3063240"/>
            <a:ext cx="0" cy="365760"/>
          </a:xfrm>
          <a:prstGeom prst="line">
            <a:avLst/>
          </a:prstGeom>
          <a:ln w="15875">
            <a:solidFill>
              <a:srgbClr val="8A9095"/>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7498079" y="3429000"/>
            <a:ext cx="3017521" cy="0"/>
          </a:xfrm>
          <a:prstGeom prst="line">
            <a:avLst/>
          </a:prstGeom>
          <a:ln w="15875">
            <a:solidFill>
              <a:srgbClr val="8A9095"/>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7498079" y="3063240"/>
            <a:ext cx="0" cy="365760"/>
          </a:xfrm>
          <a:prstGeom prst="line">
            <a:avLst/>
          </a:prstGeom>
          <a:ln w="15875">
            <a:solidFill>
              <a:srgbClr val="8A9095"/>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400800" y="3520440"/>
            <a:ext cx="5212080" cy="365760"/>
          </a:xfrm>
          <a:prstGeom prst="rect">
            <a:avLst/>
          </a:prstGeom>
          <a:noFill/>
        </p:spPr>
        <p:txBody>
          <a:bodyPr wrap="square" anchor="t" lIns="0" rIns="0" tIns="0" bIns="0">
            <a:spAutoFit/>
          </a:bodyPr>
          <a:lstStyle/>
          <a:p>
            <a:pPr algn="ctr"/>
            <a:r>
              <a:rPr sz="1400" b="0" i="0">
                <a:solidFill>
                  <a:srgbClr val="8A9095"/>
                </a:solidFill>
                <a:latin typeface="Segoe UI"/>
              </a:rPr>
              <a:t>not AAA yet: keep going</a:t>
            </a:r>
          </a:p>
        </p:txBody>
      </p:sp>
      <p:sp>
        <p:nvSpPr>
          <p:cNvPr id="14" name="TextBox 13"/>
          <p:cNvSpPr txBox="1"/>
          <p:nvPr/>
        </p:nvSpPr>
        <p:spPr>
          <a:xfrm>
            <a:off x="6400800" y="4069080"/>
            <a:ext cx="5212080" cy="822960"/>
          </a:xfrm>
          <a:prstGeom prst="rect">
            <a:avLst/>
          </a:prstGeom>
          <a:noFill/>
        </p:spPr>
        <p:txBody>
          <a:bodyPr wrap="square" anchor="t" lIns="0" rIns="0" tIns="0" bIns="0">
            <a:spAutoFit/>
          </a:bodyPr>
          <a:lstStyle/>
          <a:p>
            <a:pPr algn="ctr"/>
            <a:r>
              <a:rPr sz="4800" b="1" i="0">
                <a:solidFill>
                  <a:srgbClr val="05C3DE"/>
                </a:solidFill>
                <a:latin typeface="Segoe UI"/>
              </a:rPr>
              <a:t>3.59 → 5.05</a:t>
            </a:r>
          </a:p>
        </p:txBody>
      </p:sp>
      <p:sp>
        <p:nvSpPr>
          <p:cNvPr id="15" name="TextBox 14"/>
          <p:cNvSpPr txBox="1"/>
          <p:nvPr/>
        </p:nvSpPr>
        <p:spPr>
          <a:xfrm>
            <a:off x="6400800" y="4892040"/>
            <a:ext cx="5212080" cy="640080"/>
          </a:xfrm>
          <a:prstGeom prst="rect">
            <a:avLst/>
          </a:prstGeom>
          <a:noFill/>
        </p:spPr>
        <p:txBody>
          <a:bodyPr wrap="square" anchor="t" lIns="0" rIns="0" tIns="0" bIns="0">
            <a:spAutoFit/>
          </a:bodyPr>
          <a:lstStyle/>
          <a:p>
            <a:pPr algn="ctr"/>
            <a:r>
              <a:rPr sz="1400" b="0" i="0">
                <a:solidFill>
                  <a:srgbClr val="555A5E"/>
                </a:solidFill>
                <a:latin typeface="Segoe UI"/>
              </a:rPr>
              <a:t>out of 10 from the critics</a:t>
            </a:r>
          </a:p>
          <a:p>
            <a:pPr algn="ctr"/>
            <a:r>
              <a:rPr sz="1400" b="0" i="0">
                <a:solidFill>
                  <a:srgbClr val="555A5E"/>
                </a:solidFill>
                <a:latin typeface="Segoe UI"/>
              </a:rPr>
              <a:t>blind A/B: the real Call of Duty won every time</a:t>
            </a:r>
          </a:p>
        </p:txBody>
      </p:sp>
      <p:sp>
        <p:nvSpPr>
          <p:cNvPr id="16" name="TextBox 15"/>
          <p:cNvSpPr txBox="1"/>
          <p:nvPr/>
        </p:nvSpPr>
        <p:spPr>
          <a:xfrm>
            <a:off x="548640" y="5989320"/>
            <a:ext cx="10972800" cy="365760"/>
          </a:xfrm>
          <a:prstGeom prst="rect">
            <a:avLst/>
          </a:prstGeom>
          <a:noFill/>
        </p:spPr>
        <p:txBody>
          <a:bodyPr wrap="square" anchor="t" lIns="0" rIns="0" tIns="0" bIns="0">
            <a:spAutoFit/>
          </a:bodyPr>
          <a:lstStyle/>
          <a:p>
            <a:pPr algn="l"/>
            <a:r>
              <a:rPr sz="1600" b="1" i="0">
                <a:solidFill>
                  <a:srgbClr val="555A5E"/>
                </a:solidFill>
                <a:latin typeface="Segoe UI"/>
              </a:rPr>
              <a:t>Matt Shumer · Claude of Duty  </a:t>
            </a:r>
            <a:r>
              <a:rPr sz="1600" b="0" i="0">
                <a:solidFill>
                  <a:srgbClr val="8A9095"/>
                </a:solidFill>
                <a:latin typeface="Segoe UI"/>
              </a:rPr>
              <a:t>github.com/mshumer/Claude-of-Duty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02920"/>
            <a:ext cx="10972800" cy="274320"/>
          </a:xfrm>
          <a:prstGeom prst="rect">
            <a:avLst/>
          </a:prstGeom>
          <a:noFill/>
        </p:spPr>
        <p:txBody>
          <a:bodyPr wrap="square" anchor="t" lIns="0" rIns="0" tIns="0" bIns="0">
            <a:spAutoFit/>
          </a:bodyPr>
          <a:lstStyle/>
          <a:p>
            <a:pPr algn="l"/>
            <a:r>
              <a:rPr sz="1400" b="1" i="0">
                <a:solidFill>
                  <a:srgbClr val="05C3DE"/>
                </a:solidFill>
                <a:latin typeface="Segoe UI"/>
              </a:rPr>
              <a:t>THE PROCESS</a:t>
            </a:r>
          </a:p>
        </p:txBody>
      </p:sp>
      <p:sp>
        <p:nvSpPr>
          <p:cNvPr id="3" name="TextBox 2"/>
          <p:cNvSpPr txBox="1"/>
          <p:nvPr/>
        </p:nvSpPr>
        <p:spPr>
          <a:xfrm>
            <a:off x="548640" y="822960"/>
            <a:ext cx="10972800" cy="731520"/>
          </a:xfrm>
          <a:prstGeom prst="rect">
            <a:avLst/>
          </a:prstGeom>
          <a:noFill/>
        </p:spPr>
        <p:txBody>
          <a:bodyPr wrap="square" anchor="t" lIns="0" rIns="0" tIns="0" bIns="0">
            <a:spAutoFit/>
          </a:bodyPr>
          <a:lstStyle/>
          <a:p>
            <a:pPr algn="l"/>
            <a:r>
              <a:rPr sz="3200" b="1" i="0">
                <a:solidFill>
                  <a:srgbClr val="151719"/>
                </a:solidFill>
                <a:latin typeface="Segoe UI"/>
              </a:rPr>
              <a:t>The process we always had, with new techniques</a:t>
            </a:r>
          </a:p>
        </p:txBody>
      </p:sp>
      <p:sp>
        <p:nvSpPr>
          <p:cNvPr id="4" name="Phase 1"/>
          <p:cNvSpPr/>
          <p:nvPr/>
        </p:nvSpPr>
        <p:spPr>
          <a:xfrm>
            <a:off x="548640" y="1828800"/>
            <a:ext cx="457200" cy="457200"/>
          </a:xfrm>
          <a:prstGeom prst="ellipse">
            <a:avLst/>
          </a:prstGeom>
          <a:solidFill>
            <a:srgbClr val="05C3DE"/>
          </a:solidFill>
          <a:ln w="25400">
            <a:solidFill>
              <a:srgbClr val="05C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828800"/>
            <a:ext cx="457200" cy="457200"/>
          </a:xfrm>
          <a:prstGeom prst="rect">
            <a:avLst/>
          </a:prstGeom>
          <a:noFill/>
        </p:spPr>
        <p:txBody>
          <a:bodyPr wrap="square" anchor="ctr" lIns="0" rIns="0" tIns="0" bIns="0">
            <a:spAutoFit/>
          </a:bodyPr>
          <a:lstStyle/>
          <a:p>
            <a:pPr algn="ctr"/>
            <a:r>
              <a:rPr sz="1800" b="1" i="0">
                <a:solidFill>
                  <a:srgbClr val="151719"/>
                </a:solidFill>
                <a:latin typeface="Segoe UI"/>
              </a:rPr>
              <a:t>1</a:t>
            </a:r>
          </a:p>
        </p:txBody>
      </p:sp>
      <p:sp>
        <p:nvSpPr>
          <p:cNvPr id="6" name="TextBox 5"/>
          <p:cNvSpPr txBox="1"/>
          <p:nvPr/>
        </p:nvSpPr>
        <p:spPr>
          <a:xfrm>
            <a:off x="1143000" y="1828800"/>
            <a:ext cx="1973503" cy="457200"/>
          </a:xfrm>
          <a:prstGeom prst="rect">
            <a:avLst/>
          </a:prstGeom>
          <a:noFill/>
        </p:spPr>
        <p:txBody>
          <a:bodyPr wrap="square" anchor="ctr" lIns="0" rIns="0" tIns="0" bIns="0">
            <a:spAutoFit/>
          </a:bodyPr>
          <a:lstStyle/>
          <a:p>
            <a:pPr algn="l"/>
            <a:r>
              <a:rPr sz="2400" b="1" i="0">
                <a:solidFill>
                  <a:srgbClr val="151719"/>
                </a:solidFill>
                <a:latin typeface="Segoe UI"/>
              </a:rPr>
              <a:t>Spec</a:t>
            </a:r>
          </a:p>
        </p:txBody>
      </p:sp>
      <p:cxnSp>
        <p:nvCxnSpPr>
          <p:cNvPr id="7" name="Connector 6"/>
          <p:cNvCxnSpPr/>
          <p:nvPr/>
        </p:nvCxnSpPr>
        <p:spPr>
          <a:xfrm>
            <a:off x="3006775" y="2057400"/>
            <a:ext cx="338328" cy="0"/>
          </a:xfrm>
          <a:prstGeom prst="line">
            <a:avLst/>
          </a:prstGeom>
          <a:ln w="15875">
            <a:solidFill>
              <a:srgbClr val="8A9095"/>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2468880"/>
            <a:ext cx="2567863" cy="822960"/>
          </a:xfrm>
          <a:prstGeom prst="rect">
            <a:avLst/>
          </a:prstGeom>
          <a:noFill/>
        </p:spPr>
        <p:txBody>
          <a:bodyPr wrap="square" anchor="t" lIns="0" rIns="0" tIns="0" bIns="0">
            <a:spAutoFit/>
          </a:bodyPr>
          <a:lstStyle/>
          <a:p>
            <a:pPr algn="l"/>
            <a:r>
              <a:rPr sz="1600" b="0" i="0">
                <a:solidFill>
                  <a:srgbClr val="555A5E"/>
                </a:solidFill>
                <a:latin typeface="Segoe UI"/>
              </a:rPr>
              <a:t>Say what to build and why, before any code exists.</a:t>
            </a:r>
          </a:p>
        </p:txBody>
      </p:sp>
      <p:sp>
        <p:nvSpPr>
          <p:cNvPr id="9" name="TextBox 8"/>
          <p:cNvSpPr txBox="1"/>
          <p:nvPr/>
        </p:nvSpPr>
        <p:spPr>
          <a:xfrm>
            <a:off x="548640" y="3246120"/>
            <a:ext cx="2567863" cy="822960"/>
          </a:xfrm>
          <a:prstGeom prst="rect">
            <a:avLst/>
          </a:prstGeom>
          <a:noFill/>
        </p:spPr>
        <p:txBody>
          <a:bodyPr wrap="square" anchor="t" lIns="0" rIns="0" tIns="0" bIns="0">
            <a:spAutoFit/>
          </a:bodyPr>
          <a:lstStyle/>
          <a:p>
            <a:pPr algn="l"/>
            <a:r>
              <a:rPr sz="1400" b="1" i="0">
                <a:solidFill>
                  <a:srgbClr val="05C3DE"/>
                </a:solidFill>
                <a:latin typeface="Segoe UI"/>
              </a:rPr>
              <a:t>spec-driven development</a:t>
            </a:r>
          </a:p>
          <a:p>
            <a:pPr algn="l"/>
            <a:r>
              <a:rPr sz="1400" b="1" i="0">
                <a:solidFill>
                  <a:srgbClr val="05C3DE"/>
                </a:solidFill>
                <a:latin typeface="Segoe UI"/>
              </a:rPr>
              <a:t>context engineering</a:t>
            </a:r>
          </a:p>
        </p:txBody>
      </p:sp>
      <p:sp>
        <p:nvSpPr>
          <p:cNvPr id="10" name="Phase 2"/>
          <p:cNvSpPr/>
          <p:nvPr/>
        </p:nvSpPr>
        <p:spPr>
          <a:xfrm>
            <a:off x="3390823" y="1828800"/>
            <a:ext cx="457200" cy="457200"/>
          </a:xfrm>
          <a:prstGeom prst="ellipse">
            <a:avLst/>
          </a:prstGeom>
          <a:solidFill>
            <a:srgbClr val="05C3DE"/>
          </a:solidFill>
          <a:ln w="25400">
            <a:solidFill>
              <a:srgbClr val="05C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90823" y="1828800"/>
            <a:ext cx="457200" cy="457200"/>
          </a:xfrm>
          <a:prstGeom prst="rect">
            <a:avLst/>
          </a:prstGeom>
          <a:noFill/>
        </p:spPr>
        <p:txBody>
          <a:bodyPr wrap="square" anchor="ctr" lIns="0" rIns="0" tIns="0" bIns="0">
            <a:spAutoFit/>
          </a:bodyPr>
          <a:lstStyle/>
          <a:p>
            <a:pPr algn="ctr"/>
            <a:r>
              <a:rPr sz="1800" b="1" i="0">
                <a:solidFill>
                  <a:srgbClr val="151719"/>
                </a:solidFill>
                <a:latin typeface="Segoe UI"/>
              </a:rPr>
              <a:t>2</a:t>
            </a:r>
          </a:p>
        </p:txBody>
      </p:sp>
      <p:sp>
        <p:nvSpPr>
          <p:cNvPr id="12" name="TextBox 11"/>
          <p:cNvSpPr txBox="1"/>
          <p:nvPr/>
        </p:nvSpPr>
        <p:spPr>
          <a:xfrm>
            <a:off x="3985183" y="1828800"/>
            <a:ext cx="1973503" cy="457200"/>
          </a:xfrm>
          <a:prstGeom prst="rect">
            <a:avLst/>
          </a:prstGeom>
          <a:noFill/>
        </p:spPr>
        <p:txBody>
          <a:bodyPr wrap="square" anchor="ctr" lIns="0" rIns="0" tIns="0" bIns="0">
            <a:spAutoFit/>
          </a:bodyPr>
          <a:lstStyle/>
          <a:p>
            <a:pPr algn="l"/>
            <a:r>
              <a:rPr sz="2400" b="1" i="0">
                <a:solidFill>
                  <a:srgbClr val="151719"/>
                </a:solidFill>
                <a:latin typeface="Segoe UI"/>
              </a:rPr>
              <a:t>Implement</a:t>
            </a:r>
          </a:p>
        </p:txBody>
      </p:sp>
      <p:cxnSp>
        <p:nvCxnSpPr>
          <p:cNvPr id="13" name="Connector 12"/>
          <p:cNvCxnSpPr/>
          <p:nvPr/>
        </p:nvCxnSpPr>
        <p:spPr>
          <a:xfrm>
            <a:off x="5848959" y="2057400"/>
            <a:ext cx="338328" cy="0"/>
          </a:xfrm>
          <a:prstGeom prst="line">
            <a:avLst/>
          </a:prstGeom>
          <a:ln w="15875">
            <a:solidFill>
              <a:srgbClr val="8A9095"/>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390823" y="2468880"/>
            <a:ext cx="2567863" cy="822960"/>
          </a:xfrm>
          <a:prstGeom prst="rect">
            <a:avLst/>
          </a:prstGeom>
          <a:noFill/>
        </p:spPr>
        <p:txBody>
          <a:bodyPr wrap="square" anchor="t" lIns="0" rIns="0" tIns="0" bIns="0">
            <a:spAutoFit/>
          </a:bodyPr>
          <a:lstStyle/>
          <a:p>
            <a:pPr algn="l"/>
            <a:r>
              <a:rPr sz="1600" b="0" i="0">
                <a:solidFill>
                  <a:srgbClr val="555A5E"/>
                </a:solidFill>
                <a:latin typeface="Segoe UI"/>
              </a:rPr>
              <a:t>The agent builds in small steps, inside guides and sensors.</a:t>
            </a:r>
          </a:p>
        </p:txBody>
      </p:sp>
      <p:sp>
        <p:nvSpPr>
          <p:cNvPr id="15" name="TextBox 14"/>
          <p:cNvSpPr txBox="1"/>
          <p:nvPr/>
        </p:nvSpPr>
        <p:spPr>
          <a:xfrm>
            <a:off x="3390823" y="3246120"/>
            <a:ext cx="2567863" cy="822960"/>
          </a:xfrm>
          <a:prstGeom prst="rect">
            <a:avLst/>
          </a:prstGeom>
          <a:noFill/>
        </p:spPr>
        <p:txBody>
          <a:bodyPr wrap="square" anchor="t" lIns="0" rIns="0" tIns="0" bIns="0">
            <a:spAutoFit/>
          </a:bodyPr>
          <a:lstStyle/>
          <a:p>
            <a:pPr algn="l"/>
            <a:r>
              <a:rPr sz="1400" b="1" i="0">
                <a:solidFill>
                  <a:srgbClr val="05C3DE"/>
                </a:solidFill>
                <a:latin typeface="Segoe UI"/>
              </a:rPr>
              <a:t>harness engineering</a:t>
            </a:r>
          </a:p>
          <a:p>
            <a:pPr algn="l"/>
            <a:r>
              <a:rPr sz="1400" b="1" i="0">
                <a:solidFill>
                  <a:srgbClr val="05C3DE"/>
                </a:solidFill>
                <a:latin typeface="Segoe UI"/>
              </a:rPr>
              <a:t>context engineering</a:t>
            </a:r>
          </a:p>
        </p:txBody>
      </p:sp>
      <p:sp>
        <p:nvSpPr>
          <p:cNvPr id="16" name="Phase 3"/>
          <p:cNvSpPr/>
          <p:nvPr/>
        </p:nvSpPr>
        <p:spPr>
          <a:xfrm>
            <a:off x="6233007" y="1828800"/>
            <a:ext cx="457200" cy="457200"/>
          </a:xfrm>
          <a:prstGeom prst="ellipse">
            <a:avLst/>
          </a:prstGeom>
          <a:solidFill>
            <a:srgbClr val="05C3DE"/>
          </a:solidFill>
          <a:ln w="25400">
            <a:solidFill>
              <a:srgbClr val="05C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33007" y="1828800"/>
            <a:ext cx="457200" cy="457200"/>
          </a:xfrm>
          <a:prstGeom prst="rect">
            <a:avLst/>
          </a:prstGeom>
          <a:noFill/>
        </p:spPr>
        <p:txBody>
          <a:bodyPr wrap="square" anchor="ctr" lIns="0" rIns="0" tIns="0" bIns="0">
            <a:spAutoFit/>
          </a:bodyPr>
          <a:lstStyle/>
          <a:p>
            <a:pPr algn="ctr"/>
            <a:r>
              <a:rPr sz="1800" b="1" i="0">
                <a:solidFill>
                  <a:srgbClr val="151719"/>
                </a:solidFill>
                <a:latin typeface="Segoe UI"/>
              </a:rPr>
              <a:t>3</a:t>
            </a:r>
          </a:p>
        </p:txBody>
      </p:sp>
      <p:sp>
        <p:nvSpPr>
          <p:cNvPr id="18" name="TextBox 17"/>
          <p:cNvSpPr txBox="1"/>
          <p:nvPr/>
        </p:nvSpPr>
        <p:spPr>
          <a:xfrm>
            <a:off x="6827367" y="1828800"/>
            <a:ext cx="1973503" cy="457200"/>
          </a:xfrm>
          <a:prstGeom prst="rect">
            <a:avLst/>
          </a:prstGeom>
          <a:noFill/>
        </p:spPr>
        <p:txBody>
          <a:bodyPr wrap="square" anchor="ctr" lIns="0" rIns="0" tIns="0" bIns="0">
            <a:spAutoFit/>
          </a:bodyPr>
          <a:lstStyle/>
          <a:p>
            <a:pPr algn="l"/>
            <a:r>
              <a:rPr sz="2400" b="1" i="0">
                <a:solidFill>
                  <a:srgbClr val="151719"/>
                </a:solidFill>
                <a:latin typeface="Segoe UI"/>
              </a:rPr>
              <a:t>QA</a:t>
            </a:r>
          </a:p>
        </p:txBody>
      </p:sp>
      <p:cxnSp>
        <p:nvCxnSpPr>
          <p:cNvPr id="19" name="Connector 18"/>
          <p:cNvCxnSpPr/>
          <p:nvPr/>
        </p:nvCxnSpPr>
        <p:spPr>
          <a:xfrm>
            <a:off x="8691143" y="2057400"/>
            <a:ext cx="338328" cy="0"/>
          </a:xfrm>
          <a:prstGeom prst="line">
            <a:avLst/>
          </a:prstGeom>
          <a:ln w="15875">
            <a:solidFill>
              <a:srgbClr val="8A9095"/>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233007" y="2468880"/>
            <a:ext cx="2567863" cy="822960"/>
          </a:xfrm>
          <a:prstGeom prst="rect">
            <a:avLst/>
          </a:prstGeom>
          <a:noFill/>
        </p:spPr>
        <p:txBody>
          <a:bodyPr wrap="square" anchor="t" lIns="0" rIns="0" tIns="0" bIns="0">
            <a:spAutoFit/>
          </a:bodyPr>
          <a:lstStyle/>
          <a:p>
            <a:pPr algn="l"/>
            <a:r>
              <a:rPr sz="1600" b="0" i="0">
                <a:solidFill>
                  <a:srgbClr val="555A5E"/>
                </a:solidFill>
                <a:latin typeface="Segoe UI"/>
              </a:rPr>
              <a:t>Prove it works with tests and numbers, not vibes.</a:t>
            </a:r>
          </a:p>
        </p:txBody>
      </p:sp>
      <p:sp>
        <p:nvSpPr>
          <p:cNvPr id="21" name="TextBox 20"/>
          <p:cNvSpPr txBox="1"/>
          <p:nvPr/>
        </p:nvSpPr>
        <p:spPr>
          <a:xfrm>
            <a:off x="6233007" y="3246120"/>
            <a:ext cx="2567863" cy="822960"/>
          </a:xfrm>
          <a:prstGeom prst="rect">
            <a:avLst/>
          </a:prstGeom>
          <a:noFill/>
        </p:spPr>
        <p:txBody>
          <a:bodyPr wrap="square" anchor="t" lIns="0" rIns="0" tIns="0" bIns="0">
            <a:spAutoFit/>
          </a:bodyPr>
          <a:lstStyle/>
          <a:p>
            <a:pPr algn="l"/>
            <a:r>
              <a:rPr sz="1400" b="1" i="0">
                <a:solidFill>
                  <a:srgbClr val="05C3DE"/>
                </a:solidFill>
                <a:latin typeface="Segoe UI"/>
              </a:rPr>
              <a:t>agentic TDD</a:t>
            </a:r>
          </a:p>
          <a:p>
            <a:pPr algn="l"/>
            <a:r>
              <a:rPr sz="1400" b="1" i="0">
                <a:solidFill>
                  <a:srgbClr val="05C3DE"/>
                </a:solidFill>
                <a:latin typeface="Segoe UI"/>
              </a:rPr>
              <a:t>mutation testing</a:t>
            </a:r>
          </a:p>
          <a:p>
            <a:pPr algn="l"/>
            <a:r>
              <a:rPr sz="1400" b="1" i="0">
                <a:solidFill>
                  <a:srgbClr val="05C3DE"/>
                </a:solidFill>
                <a:latin typeface="Segoe UI"/>
              </a:rPr>
              <a:t>critic agents</a:t>
            </a:r>
          </a:p>
        </p:txBody>
      </p:sp>
      <p:sp>
        <p:nvSpPr>
          <p:cNvPr id="22" name="Phase 4"/>
          <p:cNvSpPr/>
          <p:nvPr/>
        </p:nvSpPr>
        <p:spPr>
          <a:xfrm>
            <a:off x="9075191" y="1828800"/>
            <a:ext cx="457200" cy="457200"/>
          </a:xfrm>
          <a:prstGeom prst="ellipse">
            <a:avLst/>
          </a:prstGeom>
          <a:solidFill>
            <a:srgbClr val="05C3DE"/>
          </a:solidFill>
          <a:ln w="25400">
            <a:solidFill>
              <a:srgbClr val="05C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75191" y="1828800"/>
            <a:ext cx="457200" cy="457200"/>
          </a:xfrm>
          <a:prstGeom prst="rect">
            <a:avLst/>
          </a:prstGeom>
          <a:noFill/>
        </p:spPr>
        <p:txBody>
          <a:bodyPr wrap="square" anchor="ctr" lIns="0" rIns="0" tIns="0" bIns="0">
            <a:spAutoFit/>
          </a:bodyPr>
          <a:lstStyle/>
          <a:p>
            <a:pPr algn="ctr"/>
            <a:r>
              <a:rPr sz="1800" b="1" i="0">
                <a:solidFill>
                  <a:srgbClr val="151719"/>
                </a:solidFill>
                <a:latin typeface="Segoe UI"/>
              </a:rPr>
              <a:t>4</a:t>
            </a:r>
          </a:p>
        </p:txBody>
      </p:sp>
      <p:sp>
        <p:nvSpPr>
          <p:cNvPr id="24" name="TextBox 23"/>
          <p:cNvSpPr txBox="1"/>
          <p:nvPr/>
        </p:nvSpPr>
        <p:spPr>
          <a:xfrm>
            <a:off x="9669551" y="1828800"/>
            <a:ext cx="1973503" cy="457200"/>
          </a:xfrm>
          <a:prstGeom prst="rect">
            <a:avLst/>
          </a:prstGeom>
          <a:noFill/>
        </p:spPr>
        <p:txBody>
          <a:bodyPr wrap="square" anchor="ctr" lIns="0" rIns="0" tIns="0" bIns="0">
            <a:spAutoFit/>
          </a:bodyPr>
          <a:lstStyle/>
          <a:p>
            <a:pPr algn="l"/>
            <a:r>
              <a:rPr sz="2400" b="1" i="0">
                <a:solidFill>
                  <a:srgbClr val="151719"/>
                </a:solidFill>
                <a:latin typeface="Segoe UI"/>
              </a:rPr>
              <a:t>Deploy</a:t>
            </a:r>
          </a:p>
        </p:txBody>
      </p:sp>
      <p:sp>
        <p:nvSpPr>
          <p:cNvPr id="25" name="TextBox 24"/>
          <p:cNvSpPr txBox="1"/>
          <p:nvPr/>
        </p:nvSpPr>
        <p:spPr>
          <a:xfrm>
            <a:off x="9075191" y="2468880"/>
            <a:ext cx="2567863" cy="822960"/>
          </a:xfrm>
          <a:prstGeom prst="rect">
            <a:avLst/>
          </a:prstGeom>
          <a:noFill/>
        </p:spPr>
        <p:txBody>
          <a:bodyPr wrap="square" anchor="t" lIns="0" rIns="0" tIns="0" bIns="0">
            <a:spAutoFit/>
          </a:bodyPr>
          <a:lstStyle/>
          <a:p>
            <a:pPr algn="l"/>
            <a:r>
              <a:rPr sz="1600" b="0" i="0">
                <a:solidFill>
                  <a:srgbClr val="555A5E"/>
                </a:solidFill>
                <a:latin typeface="Segoe UI"/>
              </a:rPr>
              <a:t>Put it in front of real people, and watch them and the bill.</a:t>
            </a:r>
          </a:p>
        </p:txBody>
      </p:sp>
      <p:sp>
        <p:nvSpPr>
          <p:cNvPr id="26" name="TextBox 25"/>
          <p:cNvSpPr txBox="1"/>
          <p:nvPr/>
        </p:nvSpPr>
        <p:spPr>
          <a:xfrm>
            <a:off x="9075191" y="3246120"/>
            <a:ext cx="2567863" cy="822960"/>
          </a:xfrm>
          <a:prstGeom prst="rect">
            <a:avLst/>
          </a:prstGeom>
          <a:noFill/>
        </p:spPr>
        <p:txBody>
          <a:bodyPr wrap="square" anchor="t" lIns="0" rIns="0" tIns="0" bIns="0">
            <a:spAutoFit/>
          </a:bodyPr>
          <a:lstStyle/>
          <a:p>
            <a:pPr algn="l"/>
            <a:r>
              <a:rPr sz="1400" b="1" i="0">
                <a:solidFill>
                  <a:srgbClr val="05C3DE"/>
                </a:solidFill>
                <a:latin typeface="Segoe UI"/>
              </a:rPr>
              <a:t>harness engineering</a:t>
            </a:r>
          </a:p>
          <a:p>
            <a:pPr algn="l"/>
            <a:r>
              <a:rPr sz="1400" b="1" i="0">
                <a:solidFill>
                  <a:srgbClr val="05C3DE"/>
                </a:solidFill>
                <a:latin typeface="Segoe UI"/>
              </a:rPr>
              <a:t>cost and context control</a:t>
            </a:r>
          </a:p>
        </p:txBody>
      </p:sp>
      <p:cxnSp>
        <p:nvCxnSpPr>
          <p:cNvPr id="27" name="Connector 26"/>
          <p:cNvCxnSpPr/>
          <p:nvPr/>
        </p:nvCxnSpPr>
        <p:spPr>
          <a:xfrm>
            <a:off x="548640" y="4114800"/>
            <a:ext cx="11094415" cy="0"/>
          </a:xfrm>
          <a:prstGeom prst="line">
            <a:avLst/>
          </a:prstGeom>
          <a:ln w="15875">
            <a:solidFill>
              <a:srgbClr val="DDDAD2"/>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48640" y="4343400"/>
            <a:ext cx="2567863" cy="1463040"/>
          </a:xfrm>
          <a:prstGeom prst="rect">
            <a:avLst/>
          </a:prstGeom>
          <a:noFill/>
        </p:spPr>
        <p:txBody>
          <a:bodyPr wrap="square" anchor="t" lIns="0" rIns="0" tIns="0" bIns="0">
            <a:spAutoFit/>
          </a:bodyPr>
          <a:lstStyle/>
          <a:p>
            <a:pPr algn="l">
              <a:spcAft>
                <a:spcPts val="600"/>
              </a:spcAft>
            </a:pPr>
            <a:r>
              <a:rPr sz="1600" b="1" i="0">
                <a:solidFill>
                  <a:srgbClr val="151719"/>
                </a:solidFill>
                <a:latin typeface="Segoe UI"/>
              </a:rPr>
              <a:t>Spec-driven development</a:t>
            </a:r>
          </a:p>
          <a:p>
            <a:pPr algn="l">
              <a:spcAft>
                <a:spcPts val="600"/>
              </a:spcAft>
            </a:pPr>
            <a:r>
              <a:rPr sz="1400" b="0" i="0">
                <a:solidFill>
                  <a:srgbClr val="555A5E"/>
                </a:solidFill>
                <a:latin typeface="Segoe UI"/>
              </a:rPr>
              <a:t>The spec, not the chat, is the source of truth the agent builds from and is checked against.</a:t>
            </a:r>
          </a:p>
        </p:txBody>
      </p:sp>
      <p:sp>
        <p:nvSpPr>
          <p:cNvPr id="29" name="TextBox 28"/>
          <p:cNvSpPr txBox="1"/>
          <p:nvPr/>
        </p:nvSpPr>
        <p:spPr>
          <a:xfrm>
            <a:off x="3390823" y="4343400"/>
            <a:ext cx="2567863" cy="1463040"/>
          </a:xfrm>
          <a:prstGeom prst="rect">
            <a:avLst/>
          </a:prstGeom>
          <a:noFill/>
        </p:spPr>
        <p:txBody>
          <a:bodyPr wrap="square" anchor="t" lIns="0" rIns="0" tIns="0" bIns="0">
            <a:spAutoFit/>
          </a:bodyPr>
          <a:lstStyle/>
          <a:p>
            <a:pPr algn="l">
              <a:spcAft>
                <a:spcPts val="600"/>
              </a:spcAft>
            </a:pPr>
            <a:r>
              <a:rPr sz="1600" b="1" i="0">
                <a:solidFill>
                  <a:srgbClr val="151719"/>
                </a:solidFill>
                <a:latin typeface="Segoe UI"/>
              </a:rPr>
              <a:t>Context engineering</a:t>
            </a:r>
          </a:p>
          <a:p>
            <a:pPr algn="l">
              <a:spcAft>
                <a:spcPts val="600"/>
              </a:spcAft>
            </a:pPr>
            <a:r>
              <a:rPr sz="1400" b="0" i="0">
                <a:solidFill>
                  <a:srgbClr val="555A5E"/>
                </a:solidFill>
                <a:latin typeface="Segoe UI"/>
              </a:rPr>
              <a:t>Choosing what goes into the model’s window, and keeping everything else out.</a:t>
            </a:r>
          </a:p>
        </p:txBody>
      </p:sp>
      <p:sp>
        <p:nvSpPr>
          <p:cNvPr id="30" name="TextBox 29"/>
          <p:cNvSpPr txBox="1"/>
          <p:nvPr/>
        </p:nvSpPr>
        <p:spPr>
          <a:xfrm>
            <a:off x="6233007" y="4343400"/>
            <a:ext cx="2567863" cy="1463040"/>
          </a:xfrm>
          <a:prstGeom prst="rect">
            <a:avLst/>
          </a:prstGeom>
          <a:noFill/>
        </p:spPr>
        <p:txBody>
          <a:bodyPr wrap="square" anchor="t" lIns="0" rIns="0" tIns="0" bIns="0">
            <a:spAutoFit/>
          </a:bodyPr>
          <a:lstStyle/>
          <a:p>
            <a:pPr algn="l">
              <a:spcAft>
                <a:spcPts val="600"/>
              </a:spcAft>
            </a:pPr>
            <a:r>
              <a:rPr sz="1600" b="1" i="0">
                <a:solidFill>
                  <a:srgbClr val="151719"/>
                </a:solidFill>
                <a:latin typeface="Segoe UI"/>
              </a:rPr>
              <a:t>Harness engineering</a:t>
            </a:r>
          </a:p>
          <a:p>
            <a:pPr algn="l">
              <a:spcAft>
                <a:spcPts val="600"/>
              </a:spcAft>
            </a:pPr>
            <a:r>
              <a:rPr sz="1400" b="0" i="0">
                <a:solidFill>
                  <a:srgbClr val="555A5E"/>
                </a:solidFill>
                <a:latin typeface="Segoe UI"/>
              </a:rPr>
              <a:t>Building the guides (rules, skills) and sensors (tests, linters, hooks) around the model.</a:t>
            </a:r>
          </a:p>
        </p:txBody>
      </p:sp>
      <p:sp>
        <p:nvSpPr>
          <p:cNvPr id="31" name="TextBox 30"/>
          <p:cNvSpPr txBox="1"/>
          <p:nvPr/>
        </p:nvSpPr>
        <p:spPr>
          <a:xfrm>
            <a:off x="9075191" y="4343400"/>
            <a:ext cx="2567863" cy="1463040"/>
          </a:xfrm>
          <a:prstGeom prst="rect">
            <a:avLst/>
          </a:prstGeom>
          <a:noFill/>
        </p:spPr>
        <p:txBody>
          <a:bodyPr wrap="square" anchor="t" lIns="0" rIns="0" tIns="0" bIns="0">
            <a:spAutoFit/>
          </a:bodyPr>
          <a:lstStyle/>
          <a:p>
            <a:pPr algn="l">
              <a:spcAft>
                <a:spcPts val="600"/>
              </a:spcAft>
            </a:pPr>
            <a:r>
              <a:rPr sz="1600" b="1" i="0">
                <a:solidFill>
                  <a:srgbClr val="151719"/>
                </a:solidFill>
                <a:latin typeface="Segoe UI"/>
              </a:rPr>
              <a:t>Agentic TDD</a:t>
            </a:r>
          </a:p>
          <a:p>
            <a:pPr algn="l">
              <a:spcAft>
                <a:spcPts val="600"/>
              </a:spcAft>
            </a:pPr>
            <a:r>
              <a:rPr sz="1400" b="0" i="0">
                <a:solidFill>
                  <a:srgbClr val="555A5E"/>
                </a:solidFill>
                <a:latin typeface="Segoe UI"/>
              </a:rPr>
              <a:t>The agent writes a failing test first, then code until it passes. The tests say when it’s done.</a:t>
            </a:r>
          </a:p>
        </p:txBody>
      </p:sp>
      <p:sp>
        <p:nvSpPr>
          <p:cNvPr id="32" name="TextBox 31"/>
          <p:cNvSpPr txBox="1"/>
          <p:nvPr/>
        </p:nvSpPr>
        <p:spPr>
          <a:xfrm>
            <a:off x="548640" y="5989320"/>
            <a:ext cx="10972800" cy="365760"/>
          </a:xfrm>
          <a:prstGeom prst="rect">
            <a:avLst/>
          </a:prstGeom>
          <a:noFill/>
        </p:spPr>
        <p:txBody>
          <a:bodyPr wrap="square" anchor="t" lIns="0" rIns="0" tIns="0" bIns="0">
            <a:spAutoFit/>
          </a:bodyPr>
          <a:lstStyle/>
          <a:p>
            <a:pPr algn="l"/>
            <a:r>
              <a:rPr sz="1400" b="0" i="0">
                <a:solidFill>
                  <a:srgbClr val="8A9095"/>
                </a:solidFill>
                <a:latin typeface="Segoe UI"/>
              </a:rPr>
              <a:t>Harness and skills run through all four: anything you had to say twice becomes a skill.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371600"/>
            <a:ext cx="7315200" cy="1463040"/>
          </a:xfrm>
          <a:prstGeom prst="rect">
            <a:avLst/>
          </a:prstGeom>
          <a:noFill/>
        </p:spPr>
        <p:txBody>
          <a:bodyPr wrap="square" anchor="t" lIns="0" rIns="0" tIns="0" bIns="0">
            <a:spAutoFit/>
          </a:bodyPr>
          <a:lstStyle/>
          <a:p>
            <a:pPr algn="l"/>
            <a:r>
              <a:rPr sz="12000" b="1" i="0">
                <a:solidFill>
                  <a:srgbClr val="7DECFC"/>
                </a:solidFill>
                <a:latin typeface="Segoe UI"/>
              </a:rPr>
              <a:t>01</a:t>
            </a:r>
          </a:p>
        </p:txBody>
      </p:sp>
      <p:sp>
        <p:nvSpPr>
          <p:cNvPr id="3" name="TextBox 2"/>
          <p:cNvSpPr txBox="1"/>
          <p:nvPr/>
        </p:nvSpPr>
        <p:spPr>
          <a:xfrm>
            <a:off x="548640" y="2834640"/>
            <a:ext cx="9144000" cy="1463040"/>
          </a:xfrm>
          <a:prstGeom prst="rect">
            <a:avLst/>
          </a:prstGeom>
          <a:noFill/>
        </p:spPr>
        <p:txBody>
          <a:bodyPr wrap="square" anchor="t" lIns="0" rIns="0" tIns="0" bIns="0">
            <a:spAutoFit/>
          </a:bodyPr>
          <a:lstStyle/>
          <a:p>
            <a:pPr algn="l"/>
            <a:r>
              <a:rPr sz="9600" b="1" i="0">
                <a:solidFill>
                  <a:srgbClr val="FFFFFF"/>
                </a:solidFill>
                <a:latin typeface="Segoe UI"/>
              </a:rPr>
              <a:t>Spec</a:t>
            </a:r>
          </a:p>
        </p:txBody>
      </p:sp>
      <p:sp>
        <p:nvSpPr>
          <p:cNvPr id="4" name="TextBox 3"/>
          <p:cNvSpPr txBox="1"/>
          <p:nvPr/>
        </p:nvSpPr>
        <p:spPr>
          <a:xfrm>
            <a:off x="548640" y="4434840"/>
            <a:ext cx="9144000" cy="548640"/>
          </a:xfrm>
          <a:prstGeom prst="rect">
            <a:avLst/>
          </a:prstGeom>
          <a:noFill/>
        </p:spPr>
        <p:txBody>
          <a:bodyPr wrap="square" anchor="t" lIns="0" rIns="0" tIns="0" bIns="0">
            <a:spAutoFit/>
          </a:bodyPr>
          <a:lstStyle/>
          <a:p>
            <a:pPr algn="l"/>
            <a:r>
              <a:rPr sz="2800" b="0" i="0">
                <a:solidFill>
                  <a:srgbClr val="B9BEC2"/>
                </a:solidFill>
                <a:latin typeface="Segoe UI"/>
              </a:rPr>
              <a:t>Say what to build and why, before any code exists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02920"/>
            <a:ext cx="10972800" cy="274320"/>
          </a:xfrm>
          <a:prstGeom prst="rect">
            <a:avLst/>
          </a:prstGeom>
          <a:noFill/>
        </p:spPr>
        <p:txBody>
          <a:bodyPr wrap="square" anchor="t" lIns="0" rIns="0" tIns="0" bIns="0">
            <a:spAutoFit/>
          </a:bodyPr>
          <a:lstStyle/>
          <a:p>
            <a:pPr algn="l"/>
            <a:r>
              <a:rPr sz="1400" b="1" i="0">
                <a:solidFill>
                  <a:srgbClr val="7DECFC"/>
                </a:solidFill>
                <a:latin typeface="Segoe UI"/>
              </a:rPr>
              <a:t>01 · SPEC</a:t>
            </a:r>
          </a:p>
        </p:txBody>
      </p:sp>
      <p:sp>
        <p:nvSpPr>
          <p:cNvPr id="3" name="TextBox 2"/>
          <p:cNvSpPr txBox="1"/>
          <p:nvPr/>
        </p:nvSpPr>
        <p:spPr>
          <a:xfrm>
            <a:off x="548640" y="2377440"/>
            <a:ext cx="7315200" cy="2194560"/>
          </a:xfrm>
          <a:prstGeom prst="rect">
            <a:avLst/>
          </a:prstGeom>
          <a:noFill/>
        </p:spPr>
        <p:txBody>
          <a:bodyPr wrap="square" anchor="ctr" lIns="0" rIns="0" tIns="0" bIns="0">
            <a:spAutoFit/>
          </a:bodyPr>
          <a:lstStyle/>
          <a:p>
            <a:pPr algn="l"/>
            <a:r>
              <a:rPr sz="6000" b="1" i="0">
                <a:solidFill>
                  <a:srgbClr val="FFFFFF"/>
                </a:solidFill>
                <a:latin typeface="Segoe UI"/>
              </a:rPr>
              <a:t>Say what you want, not how to build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02920"/>
            <a:ext cx="10972800" cy="274320"/>
          </a:xfrm>
          <a:prstGeom prst="rect">
            <a:avLst/>
          </a:prstGeom>
          <a:noFill/>
        </p:spPr>
        <p:txBody>
          <a:bodyPr wrap="square" anchor="t" lIns="0" rIns="0" tIns="0" bIns="0">
            <a:spAutoFit/>
          </a:bodyPr>
          <a:lstStyle/>
          <a:p>
            <a:pPr algn="l"/>
            <a:r>
              <a:rPr sz="1400" b="1" i="0">
                <a:solidFill>
                  <a:srgbClr val="05C3DE"/>
                </a:solidFill>
                <a:latin typeface="Segoe UI"/>
              </a:rPr>
              <a:t>01 · SPEC</a:t>
            </a:r>
          </a:p>
        </p:txBody>
      </p:sp>
      <p:sp>
        <p:nvSpPr>
          <p:cNvPr id="3" name="TextBox 2"/>
          <p:cNvSpPr txBox="1"/>
          <p:nvPr/>
        </p:nvSpPr>
        <p:spPr>
          <a:xfrm>
            <a:off x="548640" y="822960"/>
            <a:ext cx="10972800" cy="822960"/>
          </a:xfrm>
          <a:prstGeom prst="rect">
            <a:avLst/>
          </a:prstGeom>
          <a:noFill/>
        </p:spPr>
        <p:txBody>
          <a:bodyPr wrap="square" anchor="t" lIns="0" rIns="0" tIns="0" bIns="0">
            <a:spAutoFit/>
          </a:bodyPr>
          <a:lstStyle/>
          <a:p>
            <a:pPr algn="l"/>
            <a:r>
              <a:rPr sz="3200" b="1" i="0">
                <a:solidFill>
                  <a:srgbClr val="151719"/>
                </a:solidFill>
                <a:latin typeface="Segoe UI"/>
              </a:rPr>
              <a:t>OpenSpec makes the spec step a handful of commands</a:t>
            </a:r>
          </a:p>
        </p:txBody>
      </p:sp>
      <p:sp>
        <p:nvSpPr>
          <p:cNvPr id="4" name="openspec init"/>
          <p:cNvSpPr/>
          <p:nvPr/>
        </p:nvSpPr>
        <p:spPr>
          <a:xfrm>
            <a:off x="548640" y="2834640"/>
            <a:ext cx="1417320" cy="685800"/>
          </a:xfrm>
          <a:prstGeom prst="roundRect">
            <a:avLst>
              <a:gd name="adj" fmla="val 8000"/>
            </a:avLst>
          </a:prstGeom>
          <a:noFill/>
          <a:ln w="15875">
            <a:solidFill>
              <a:srgbClr val="8A90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834640"/>
            <a:ext cx="1417320" cy="685800"/>
          </a:xfrm>
          <a:prstGeom prst="rect">
            <a:avLst/>
          </a:prstGeom>
          <a:noFill/>
        </p:spPr>
        <p:txBody>
          <a:bodyPr wrap="square" anchor="ctr" lIns="0" rIns="0" tIns="0" bIns="0">
            <a:spAutoFit/>
          </a:bodyPr>
          <a:lstStyle/>
          <a:p>
            <a:pPr algn="ctr"/>
            <a:r>
              <a:rPr sz="1300" b="0" i="0">
                <a:solidFill>
                  <a:srgbClr val="555A5E"/>
                </a:solidFill>
                <a:latin typeface="Consolas"/>
              </a:rPr>
              <a:t>openspec init</a:t>
            </a:r>
          </a:p>
        </p:txBody>
      </p:sp>
      <p:sp>
        <p:nvSpPr>
          <p:cNvPr id="6" name="TextBox 5"/>
          <p:cNvSpPr txBox="1"/>
          <p:nvPr/>
        </p:nvSpPr>
        <p:spPr>
          <a:xfrm>
            <a:off x="548640" y="3721608"/>
            <a:ext cx="1417320" cy="457200"/>
          </a:xfrm>
          <a:prstGeom prst="rect">
            <a:avLst/>
          </a:prstGeom>
          <a:noFill/>
        </p:spPr>
        <p:txBody>
          <a:bodyPr wrap="square" anchor="t" lIns="0" rIns="0" tIns="0" bIns="0">
            <a:spAutoFit/>
          </a:bodyPr>
          <a:lstStyle/>
          <a:p>
            <a:pPr algn="ctr"/>
            <a:r>
              <a:rPr sz="1300" b="0" i="0">
                <a:solidFill>
                  <a:srgbClr val="8A9095"/>
                </a:solidFill>
                <a:latin typeface="Segoe UI"/>
              </a:rPr>
              <a:t>once per project</a:t>
            </a:r>
          </a:p>
        </p:txBody>
      </p:sp>
      <p:cxnSp>
        <p:nvCxnSpPr>
          <p:cNvPr id="7" name="Connector 6"/>
          <p:cNvCxnSpPr/>
          <p:nvPr/>
        </p:nvCxnSpPr>
        <p:spPr>
          <a:xfrm>
            <a:off x="2002536" y="3177540"/>
            <a:ext cx="219455" cy="0"/>
          </a:xfrm>
          <a:prstGeom prst="line">
            <a:avLst/>
          </a:prstGeom>
          <a:ln w="15875">
            <a:solidFill>
              <a:srgbClr val="8A9095"/>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8" name="OpenSpec /opsx:explore"/>
          <p:cNvSpPr/>
          <p:nvPr/>
        </p:nvSpPr>
        <p:spPr>
          <a:xfrm>
            <a:off x="2258568" y="2743200"/>
            <a:ext cx="1627632" cy="868680"/>
          </a:xfrm>
          <a:prstGeom prst="roundRect">
            <a:avLst>
              <a:gd name="adj" fmla="val 8000"/>
            </a:avLst>
          </a:prstGeom>
          <a:solidFill>
            <a:srgbClr val="F6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58568" y="2743200"/>
            <a:ext cx="1627632" cy="868680"/>
          </a:xfrm>
          <a:prstGeom prst="rect">
            <a:avLst/>
          </a:prstGeom>
          <a:noFill/>
        </p:spPr>
        <p:txBody>
          <a:bodyPr wrap="square" anchor="ctr" lIns="0" rIns="0" tIns="0" bIns="0">
            <a:spAutoFit/>
          </a:bodyPr>
          <a:lstStyle/>
          <a:p>
            <a:pPr algn="ctr"/>
            <a:r>
              <a:rPr sz="1500" b="1" i="0">
                <a:solidFill>
                  <a:srgbClr val="151719"/>
                </a:solidFill>
                <a:latin typeface="Consolas"/>
              </a:rPr>
              <a:t>/opsx:explore</a:t>
            </a:r>
          </a:p>
        </p:txBody>
      </p:sp>
      <p:sp>
        <p:nvSpPr>
          <p:cNvPr id="10" name="TextBox 9"/>
          <p:cNvSpPr txBox="1"/>
          <p:nvPr/>
        </p:nvSpPr>
        <p:spPr>
          <a:xfrm>
            <a:off x="2258568" y="3721608"/>
            <a:ext cx="1627632" cy="640080"/>
          </a:xfrm>
          <a:prstGeom prst="rect">
            <a:avLst/>
          </a:prstGeom>
          <a:noFill/>
        </p:spPr>
        <p:txBody>
          <a:bodyPr wrap="square" anchor="t" lIns="0" rIns="0" tIns="0" bIns="0">
            <a:spAutoFit/>
          </a:bodyPr>
          <a:lstStyle/>
          <a:p>
            <a:pPr algn="ctr"/>
            <a:r>
              <a:rPr sz="1400" b="0" i="0">
                <a:solidFill>
                  <a:srgbClr val="555A5E"/>
                </a:solidFill>
                <a:latin typeface="Segoe UI"/>
              </a:rPr>
              <a:t>understand the problem and the code</a:t>
            </a:r>
          </a:p>
        </p:txBody>
      </p:sp>
      <p:sp>
        <p:nvSpPr>
          <p:cNvPr id="11" name="Right Arrow 10"/>
          <p:cNvSpPr/>
          <p:nvPr/>
        </p:nvSpPr>
        <p:spPr>
          <a:xfrm>
            <a:off x="3931920" y="3076956"/>
            <a:ext cx="201168" cy="201168"/>
          </a:xfrm>
          <a:prstGeom prst="rightArrow">
            <a:avLst/>
          </a:prstGeom>
          <a:solidFill>
            <a:srgbClr val="05C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penSpec /opsx:propose"/>
          <p:cNvSpPr/>
          <p:nvPr/>
        </p:nvSpPr>
        <p:spPr>
          <a:xfrm>
            <a:off x="4178808" y="2743200"/>
            <a:ext cx="1627632" cy="868680"/>
          </a:xfrm>
          <a:prstGeom prst="roundRect">
            <a:avLst>
              <a:gd name="adj" fmla="val 8000"/>
            </a:avLst>
          </a:prstGeom>
          <a:solidFill>
            <a:srgbClr val="F6F5F1"/>
          </a:solidFill>
          <a:ln w="25400">
            <a:solidFill>
              <a:srgbClr val="05C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78808" y="2743200"/>
            <a:ext cx="1627632" cy="868680"/>
          </a:xfrm>
          <a:prstGeom prst="rect">
            <a:avLst/>
          </a:prstGeom>
          <a:noFill/>
        </p:spPr>
        <p:txBody>
          <a:bodyPr wrap="square" anchor="ctr" lIns="0" rIns="0" tIns="0" bIns="0">
            <a:spAutoFit/>
          </a:bodyPr>
          <a:lstStyle/>
          <a:p>
            <a:pPr algn="ctr"/>
            <a:r>
              <a:rPr sz="1500" b="1" i="0">
                <a:solidFill>
                  <a:srgbClr val="151719"/>
                </a:solidFill>
                <a:latin typeface="Consolas"/>
              </a:rPr>
              <a:t>/opsx:propose</a:t>
            </a:r>
          </a:p>
        </p:txBody>
      </p:sp>
      <p:sp>
        <p:nvSpPr>
          <p:cNvPr id="14" name="TextBox 13"/>
          <p:cNvSpPr txBox="1"/>
          <p:nvPr/>
        </p:nvSpPr>
        <p:spPr>
          <a:xfrm>
            <a:off x="4178808" y="3721608"/>
            <a:ext cx="1627632" cy="640080"/>
          </a:xfrm>
          <a:prstGeom prst="rect">
            <a:avLst/>
          </a:prstGeom>
          <a:noFill/>
        </p:spPr>
        <p:txBody>
          <a:bodyPr wrap="square" anchor="t" lIns="0" rIns="0" tIns="0" bIns="0">
            <a:spAutoFit/>
          </a:bodyPr>
          <a:lstStyle/>
          <a:p>
            <a:pPr algn="ctr"/>
            <a:r>
              <a:rPr sz="1400" b="0" i="0">
                <a:solidFill>
                  <a:srgbClr val="555A5E"/>
                </a:solidFill>
                <a:latin typeface="Segoe UI"/>
              </a:rPr>
              <a:t>write the change down</a:t>
            </a:r>
          </a:p>
        </p:txBody>
      </p:sp>
      <p:sp>
        <p:nvSpPr>
          <p:cNvPr id="15" name="Right Arrow 14"/>
          <p:cNvSpPr/>
          <p:nvPr/>
        </p:nvSpPr>
        <p:spPr>
          <a:xfrm>
            <a:off x="5852160" y="3076956"/>
            <a:ext cx="201168" cy="201168"/>
          </a:xfrm>
          <a:prstGeom prst="rightArrow">
            <a:avLst/>
          </a:prstGeom>
          <a:solidFill>
            <a:srgbClr val="05C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penSpec /opsx:apply"/>
          <p:cNvSpPr/>
          <p:nvPr/>
        </p:nvSpPr>
        <p:spPr>
          <a:xfrm>
            <a:off x="6099048" y="2743200"/>
            <a:ext cx="1627632" cy="868680"/>
          </a:xfrm>
          <a:prstGeom prst="roundRect">
            <a:avLst>
              <a:gd name="adj" fmla="val 8000"/>
            </a:avLst>
          </a:prstGeom>
          <a:solidFill>
            <a:srgbClr val="F6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9048" y="2743200"/>
            <a:ext cx="1627632" cy="868680"/>
          </a:xfrm>
          <a:prstGeom prst="rect">
            <a:avLst/>
          </a:prstGeom>
          <a:noFill/>
        </p:spPr>
        <p:txBody>
          <a:bodyPr wrap="square" anchor="ctr" lIns="0" rIns="0" tIns="0" bIns="0">
            <a:spAutoFit/>
          </a:bodyPr>
          <a:lstStyle/>
          <a:p>
            <a:pPr algn="ctr"/>
            <a:r>
              <a:rPr sz="1500" b="1" i="0">
                <a:solidFill>
                  <a:srgbClr val="151719"/>
                </a:solidFill>
                <a:latin typeface="Consolas"/>
              </a:rPr>
              <a:t>/opsx:apply</a:t>
            </a:r>
          </a:p>
        </p:txBody>
      </p:sp>
      <p:sp>
        <p:nvSpPr>
          <p:cNvPr id="18" name="TextBox 17"/>
          <p:cNvSpPr txBox="1"/>
          <p:nvPr/>
        </p:nvSpPr>
        <p:spPr>
          <a:xfrm>
            <a:off x="6099048" y="3721608"/>
            <a:ext cx="1627632" cy="640080"/>
          </a:xfrm>
          <a:prstGeom prst="rect">
            <a:avLst/>
          </a:prstGeom>
          <a:noFill/>
        </p:spPr>
        <p:txBody>
          <a:bodyPr wrap="square" anchor="t" lIns="0" rIns="0" tIns="0" bIns="0">
            <a:spAutoFit/>
          </a:bodyPr>
          <a:lstStyle/>
          <a:p>
            <a:pPr algn="ctr"/>
            <a:r>
              <a:rPr sz="1400" b="0" i="0">
                <a:solidFill>
                  <a:srgbClr val="555A5E"/>
                </a:solidFill>
                <a:latin typeface="Segoe UI"/>
              </a:rPr>
              <a:t>build the tasks</a:t>
            </a:r>
          </a:p>
        </p:txBody>
      </p:sp>
      <p:sp>
        <p:nvSpPr>
          <p:cNvPr id="19" name="Right Arrow 18"/>
          <p:cNvSpPr/>
          <p:nvPr/>
        </p:nvSpPr>
        <p:spPr>
          <a:xfrm>
            <a:off x="7772400" y="3076956"/>
            <a:ext cx="201168" cy="201168"/>
          </a:xfrm>
          <a:prstGeom prst="rightArrow">
            <a:avLst/>
          </a:prstGeom>
          <a:solidFill>
            <a:srgbClr val="05C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penSpec /opsx:verify"/>
          <p:cNvSpPr/>
          <p:nvPr/>
        </p:nvSpPr>
        <p:spPr>
          <a:xfrm>
            <a:off x="8019288" y="2743200"/>
            <a:ext cx="1627632" cy="868680"/>
          </a:xfrm>
          <a:prstGeom prst="roundRect">
            <a:avLst>
              <a:gd name="adj" fmla="val 8000"/>
            </a:avLst>
          </a:prstGeom>
          <a:solidFill>
            <a:srgbClr val="F6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19288" y="2743200"/>
            <a:ext cx="1627632" cy="868680"/>
          </a:xfrm>
          <a:prstGeom prst="rect">
            <a:avLst/>
          </a:prstGeom>
          <a:noFill/>
        </p:spPr>
        <p:txBody>
          <a:bodyPr wrap="square" anchor="ctr" lIns="0" rIns="0" tIns="0" bIns="0">
            <a:spAutoFit/>
          </a:bodyPr>
          <a:lstStyle/>
          <a:p>
            <a:pPr algn="ctr"/>
            <a:r>
              <a:rPr sz="1500" b="1" i="0">
                <a:solidFill>
                  <a:srgbClr val="151719"/>
                </a:solidFill>
                <a:latin typeface="Consolas"/>
              </a:rPr>
              <a:t>/opsx:verify</a:t>
            </a:r>
          </a:p>
        </p:txBody>
      </p:sp>
      <p:sp>
        <p:nvSpPr>
          <p:cNvPr id="22" name="TextBox 21"/>
          <p:cNvSpPr txBox="1"/>
          <p:nvPr/>
        </p:nvSpPr>
        <p:spPr>
          <a:xfrm>
            <a:off x="8019288" y="3721608"/>
            <a:ext cx="1627632" cy="640080"/>
          </a:xfrm>
          <a:prstGeom prst="rect">
            <a:avLst/>
          </a:prstGeom>
          <a:noFill/>
        </p:spPr>
        <p:txBody>
          <a:bodyPr wrap="square" anchor="t" lIns="0" rIns="0" tIns="0" bIns="0">
            <a:spAutoFit/>
          </a:bodyPr>
          <a:lstStyle/>
          <a:p>
            <a:pPr algn="ctr"/>
            <a:r>
              <a:rPr sz="1400" b="0" i="0">
                <a:solidFill>
                  <a:srgbClr val="555A5E"/>
                </a:solidFill>
                <a:latin typeface="Segoe UI"/>
              </a:rPr>
              <a:t>check the build against the spec</a:t>
            </a:r>
          </a:p>
        </p:txBody>
      </p:sp>
      <p:sp>
        <p:nvSpPr>
          <p:cNvPr id="23" name="Right Arrow 22"/>
          <p:cNvSpPr/>
          <p:nvPr/>
        </p:nvSpPr>
        <p:spPr>
          <a:xfrm>
            <a:off x="9692640" y="3076956"/>
            <a:ext cx="201168" cy="201168"/>
          </a:xfrm>
          <a:prstGeom prst="rightArrow">
            <a:avLst/>
          </a:prstGeom>
          <a:solidFill>
            <a:srgbClr val="05C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penSpec /opsx:archive"/>
          <p:cNvSpPr/>
          <p:nvPr/>
        </p:nvSpPr>
        <p:spPr>
          <a:xfrm>
            <a:off x="9939528" y="2743200"/>
            <a:ext cx="1627632" cy="868680"/>
          </a:xfrm>
          <a:prstGeom prst="roundRect">
            <a:avLst>
              <a:gd name="adj" fmla="val 8000"/>
            </a:avLst>
          </a:prstGeom>
          <a:solidFill>
            <a:srgbClr val="F6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39528" y="2743200"/>
            <a:ext cx="1627632" cy="868680"/>
          </a:xfrm>
          <a:prstGeom prst="rect">
            <a:avLst/>
          </a:prstGeom>
          <a:noFill/>
        </p:spPr>
        <p:txBody>
          <a:bodyPr wrap="square" anchor="ctr" lIns="0" rIns="0" tIns="0" bIns="0">
            <a:spAutoFit/>
          </a:bodyPr>
          <a:lstStyle/>
          <a:p>
            <a:pPr algn="ctr"/>
            <a:r>
              <a:rPr sz="1500" b="1" i="0">
                <a:solidFill>
                  <a:srgbClr val="151719"/>
                </a:solidFill>
                <a:latin typeface="Consolas"/>
              </a:rPr>
              <a:t>/opsx:archive</a:t>
            </a:r>
          </a:p>
        </p:txBody>
      </p:sp>
      <p:sp>
        <p:nvSpPr>
          <p:cNvPr id="26" name="TextBox 25"/>
          <p:cNvSpPr txBox="1"/>
          <p:nvPr/>
        </p:nvSpPr>
        <p:spPr>
          <a:xfrm>
            <a:off x="9939528" y="3721608"/>
            <a:ext cx="1627632" cy="640080"/>
          </a:xfrm>
          <a:prstGeom prst="rect">
            <a:avLst/>
          </a:prstGeom>
          <a:noFill/>
        </p:spPr>
        <p:txBody>
          <a:bodyPr wrap="square" anchor="t" lIns="0" rIns="0" tIns="0" bIns="0">
            <a:spAutoFit/>
          </a:bodyPr>
          <a:lstStyle/>
          <a:p>
            <a:pPr algn="ctr"/>
            <a:r>
              <a:rPr sz="1400" b="0" i="0">
                <a:solidFill>
                  <a:srgbClr val="555A5E"/>
                </a:solidFill>
                <a:latin typeface="Segoe UI"/>
              </a:rPr>
              <a:t>file the finished change</a:t>
            </a:r>
          </a:p>
        </p:txBody>
      </p:sp>
      <p:sp>
        <p:nvSpPr>
          <p:cNvPr id="27" name="File proposal.md"/>
          <p:cNvSpPr/>
          <p:nvPr/>
        </p:nvSpPr>
        <p:spPr>
          <a:xfrm>
            <a:off x="4160520" y="4343400"/>
            <a:ext cx="795528" cy="365760"/>
          </a:xfrm>
          <a:prstGeom prst="foldedCorner">
            <a:avLst/>
          </a:prstGeom>
          <a:solidFill>
            <a:srgbClr val="FFFFFF"/>
          </a:solidFill>
          <a:ln w="1587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60520" y="4343400"/>
            <a:ext cx="795528" cy="365760"/>
          </a:xfrm>
          <a:prstGeom prst="rect">
            <a:avLst/>
          </a:prstGeom>
          <a:noFill/>
        </p:spPr>
        <p:txBody>
          <a:bodyPr wrap="square" anchor="ctr" lIns="0" rIns="0" tIns="0" bIns="0">
            <a:spAutoFit/>
          </a:bodyPr>
          <a:lstStyle/>
          <a:p>
            <a:pPr algn="ctr"/>
            <a:r>
              <a:rPr sz="900" b="0" i="0">
                <a:solidFill>
                  <a:srgbClr val="555A5E"/>
                </a:solidFill>
                <a:latin typeface="Consolas"/>
              </a:rPr>
              <a:t>proposal.md</a:t>
            </a:r>
          </a:p>
        </p:txBody>
      </p:sp>
      <p:sp>
        <p:nvSpPr>
          <p:cNvPr id="29" name="File specs/"/>
          <p:cNvSpPr/>
          <p:nvPr/>
        </p:nvSpPr>
        <p:spPr>
          <a:xfrm>
            <a:off x="5001768" y="4343400"/>
            <a:ext cx="795528" cy="365760"/>
          </a:xfrm>
          <a:prstGeom prst="foldedCorner">
            <a:avLst/>
          </a:prstGeom>
          <a:solidFill>
            <a:srgbClr val="FFFFFF"/>
          </a:solidFill>
          <a:ln w="1587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01768" y="4343400"/>
            <a:ext cx="795528" cy="365760"/>
          </a:xfrm>
          <a:prstGeom prst="rect">
            <a:avLst/>
          </a:prstGeom>
          <a:noFill/>
        </p:spPr>
        <p:txBody>
          <a:bodyPr wrap="square" anchor="ctr" lIns="0" rIns="0" tIns="0" bIns="0">
            <a:spAutoFit/>
          </a:bodyPr>
          <a:lstStyle/>
          <a:p>
            <a:pPr algn="ctr"/>
            <a:r>
              <a:rPr sz="900" b="0" i="0">
                <a:solidFill>
                  <a:srgbClr val="555A5E"/>
                </a:solidFill>
                <a:latin typeface="Consolas"/>
              </a:rPr>
              <a:t>specs/</a:t>
            </a:r>
          </a:p>
        </p:txBody>
      </p:sp>
      <p:sp>
        <p:nvSpPr>
          <p:cNvPr id="31" name="File design.md"/>
          <p:cNvSpPr/>
          <p:nvPr/>
        </p:nvSpPr>
        <p:spPr>
          <a:xfrm>
            <a:off x="4160520" y="4782312"/>
            <a:ext cx="795528" cy="365760"/>
          </a:xfrm>
          <a:prstGeom prst="foldedCorner">
            <a:avLst/>
          </a:prstGeom>
          <a:solidFill>
            <a:srgbClr val="FFFFFF"/>
          </a:solidFill>
          <a:ln w="1587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60520" y="4782312"/>
            <a:ext cx="795528" cy="365760"/>
          </a:xfrm>
          <a:prstGeom prst="rect">
            <a:avLst/>
          </a:prstGeom>
          <a:noFill/>
        </p:spPr>
        <p:txBody>
          <a:bodyPr wrap="square" anchor="ctr" lIns="0" rIns="0" tIns="0" bIns="0">
            <a:spAutoFit/>
          </a:bodyPr>
          <a:lstStyle/>
          <a:p>
            <a:pPr algn="ctr"/>
            <a:r>
              <a:rPr sz="900" b="0" i="0">
                <a:solidFill>
                  <a:srgbClr val="555A5E"/>
                </a:solidFill>
                <a:latin typeface="Consolas"/>
              </a:rPr>
              <a:t>design.md</a:t>
            </a:r>
          </a:p>
        </p:txBody>
      </p:sp>
      <p:sp>
        <p:nvSpPr>
          <p:cNvPr id="33" name="File tasks.md"/>
          <p:cNvSpPr/>
          <p:nvPr/>
        </p:nvSpPr>
        <p:spPr>
          <a:xfrm>
            <a:off x="5001768" y="4782312"/>
            <a:ext cx="795528" cy="365760"/>
          </a:xfrm>
          <a:prstGeom prst="foldedCorner">
            <a:avLst/>
          </a:prstGeom>
          <a:solidFill>
            <a:srgbClr val="FFFFFF"/>
          </a:solidFill>
          <a:ln w="1587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01768" y="4782312"/>
            <a:ext cx="795528" cy="365760"/>
          </a:xfrm>
          <a:prstGeom prst="rect">
            <a:avLst/>
          </a:prstGeom>
          <a:noFill/>
        </p:spPr>
        <p:txBody>
          <a:bodyPr wrap="square" anchor="ctr" lIns="0" rIns="0" tIns="0" bIns="0">
            <a:spAutoFit/>
          </a:bodyPr>
          <a:lstStyle/>
          <a:p>
            <a:pPr algn="ctr"/>
            <a:r>
              <a:rPr sz="900" b="0" i="0">
                <a:solidFill>
                  <a:srgbClr val="555A5E"/>
                </a:solidFill>
                <a:latin typeface="Consolas"/>
              </a:rPr>
              <a:t>tasks.md</a:t>
            </a:r>
          </a:p>
        </p:txBody>
      </p:sp>
      <p:cxnSp>
        <p:nvCxnSpPr>
          <p:cNvPr id="35" name="Connector 34"/>
          <p:cNvCxnSpPr/>
          <p:nvPr/>
        </p:nvCxnSpPr>
        <p:spPr>
          <a:xfrm flipV="1">
            <a:off x="10753344" y="2331720"/>
            <a:ext cx="0" cy="411480"/>
          </a:xfrm>
          <a:prstGeom prst="line">
            <a:avLst/>
          </a:prstGeom>
          <a:ln w="15875">
            <a:solidFill>
              <a:srgbClr val="8A9095"/>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3072384" y="2331720"/>
            <a:ext cx="7680960" cy="0"/>
          </a:xfrm>
          <a:prstGeom prst="line">
            <a:avLst/>
          </a:prstGeom>
          <a:ln w="15875">
            <a:solidFill>
              <a:srgbClr val="8A9095"/>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072384" y="2331720"/>
            <a:ext cx="0" cy="393192"/>
          </a:xfrm>
          <a:prstGeom prst="line">
            <a:avLst/>
          </a:prstGeom>
          <a:ln w="15875">
            <a:solidFill>
              <a:srgbClr val="8A9095"/>
            </a:solidFill>
            <a:tailEnd type="triangle"/>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3072384" y="1965960"/>
            <a:ext cx="7680960" cy="320040"/>
          </a:xfrm>
          <a:prstGeom prst="rect">
            <a:avLst/>
          </a:prstGeom>
          <a:noFill/>
        </p:spPr>
        <p:txBody>
          <a:bodyPr wrap="square" anchor="t" lIns="0" rIns="0" tIns="0" bIns="0">
            <a:spAutoFit/>
          </a:bodyPr>
          <a:lstStyle/>
          <a:p>
            <a:pPr algn="ctr"/>
            <a:r>
              <a:rPr sz="1300" b="0" i="0">
                <a:solidFill>
                  <a:srgbClr val="8A9095"/>
                </a:solidFill>
                <a:latin typeface="Segoe UI"/>
              </a:rPr>
              <a:t>next change</a:t>
            </a:r>
          </a:p>
        </p:txBody>
      </p:sp>
      <p:sp>
        <p:nvSpPr>
          <p:cNvPr id="39" name="TextBox 38"/>
          <p:cNvSpPr txBox="1"/>
          <p:nvPr/>
        </p:nvSpPr>
        <p:spPr>
          <a:xfrm>
            <a:off x="548640" y="5989320"/>
            <a:ext cx="10972800" cy="365760"/>
          </a:xfrm>
          <a:prstGeom prst="rect">
            <a:avLst/>
          </a:prstGeom>
          <a:noFill/>
        </p:spPr>
        <p:txBody>
          <a:bodyPr wrap="square" anchor="t" lIns="0" rIns="0" tIns="0" bIns="0">
            <a:spAutoFit/>
          </a:bodyPr>
          <a:lstStyle/>
          <a:p>
            <a:pPr algn="l"/>
            <a:r>
              <a:rPr sz="1300" b="0" i="0">
                <a:solidFill>
                  <a:srgbClr val="8A9095"/>
                </a:solidFill>
                <a:latin typeface="Consolas"/>
              </a:rPr>
              <a:t>npm install -g @fission-ai/openspec@latest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371600"/>
            <a:ext cx="7315200" cy="1463040"/>
          </a:xfrm>
          <a:prstGeom prst="rect">
            <a:avLst/>
          </a:prstGeom>
          <a:noFill/>
        </p:spPr>
        <p:txBody>
          <a:bodyPr wrap="square" anchor="t" lIns="0" rIns="0" tIns="0" bIns="0">
            <a:spAutoFit/>
          </a:bodyPr>
          <a:lstStyle/>
          <a:p>
            <a:pPr algn="l"/>
            <a:r>
              <a:rPr sz="12000" b="1" i="0">
                <a:solidFill>
                  <a:srgbClr val="7DECFC"/>
                </a:solidFill>
                <a:latin typeface="Segoe UI"/>
              </a:rPr>
              <a:t>02</a:t>
            </a:r>
          </a:p>
        </p:txBody>
      </p:sp>
      <p:sp>
        <p:nvSpPr>
          <p:cNvPr id="3" name="TextBox 2"/>
          <p:cNvSpPr txBox="1"/>
          <p:nvPr/>
        </p:nvSpPr>
        <p:spPr>
          <a:xfrm>
            <a:off x="548640" y="2834640"/>
            <a:ext cx="9144000" cy="1463040"/>
          </a:xfrm>
          <a:prstGeom prst="rect">
            <a:avLst/>
          </a:prstGeom>
          <a:noFill/>
        </p:spPr>
        <p:txBody>
          <a:bodyPr wrap="square" anchor="t" lIns="0" rIns="0" tIns="0" bIns="0">
            <a:spAutoFit/>
          </a:bodyPr>
          <a:lstStyle/>
          <a:p>
            <a:pPr algn="l"/>
            <a:r>
              <a:rPr sz="9600" b="1" i="0">
                <a:solidFill>
                  <a:srgbClr val="FFFFFF"/>
                </a:solidFill>
                <a:latin typeface="Segoe UI"/>
              </a:rPr>
              <a:t>Implement</a:t>
            </a:r>
          </a:p>
        </p:txBody>
      </p:sp>
      <p:sp>
        <p:nvSpPr>
          <p:cNvPr id="4" name="TextBox 3"/>
          <p:cNvSpPr txBox="1"/>
          <p:nvPr/>
        </p:nvSpPr>
        <p:spPr>
          <a:xfrm>
            <a:off x="548640" y="4434840"/>
            <a:ext cx="9144000" cy="548640"/>
          </a:xfrm>
          <a:prstGeom prst="rect">
            <a:avLst/>
          </a:prstGeom>
          <a:noFill/>
        </p:spPr>
        <p:txBody>
          <a:bodyPr wrap="square" anchor="t" lIns="0" rIns="0" tIns="0" bIns="0">
            <a:spAutoFit/>
          </a:bodyPr>
          <a:lstStyle/>
          <a:p>
            <a:pPr algn="l"/>
            <a:r>
              <a:rPr sz="2800" b="0" i="0">
                <a:solidFill>
                  <a:srgbClr val="B9BEC2"/>
                </a:solidFill>
                <a:latin typeface="Segoe UI"/>
              </a:rPr>
              <a:t>The agent builds, inside guides and sensors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02920"/>
            <a:ext cx="10972800" cy="274320"/>
          </a:xfrm>
          <a:prstGeom prst="rect">
            <a:avLst/>
          </a:prstGeom>
          <a:noFill/>
        </p:spPr>
        <p:txBody>
          <a:bodyPr wrap="square" anchor="t" lIns="0" rIns="0" tIns="0" bIns="0">
            <a:spAutoFit/>
          </a:bodyPr>
          <a:lstStyle/>
          <a:p>
            <a:pPr algn="l"/>
            <a:r>
              <a:rPr sz="1400" b="1" i="0">
                <a:solidFill>
                  <a:srgbClr val="7DECFC"/>
                </a:solidFill>
                <a:latin typeface="Segoe UI"/>
              </a:rPr>
              <a:t>02 · IMPLEMENT</a:t>
            </a:r>
          </a:p>
        </p:txBody>
      </p:sp>
      <p:sp>
        <p:nvSpPr>
          <p:cNvPr id="3" name="TextBox 2"/>
          <p:cNvSpPr txBox="1"/>
          <p:nvPr/>
        </p:nvSpPr>
        <p:spPr>
          <a:xfrm>
            <a:off x="548640" y="2377440"/>
            <a:ext cx="11094415" cy="2194560"/>
          </a:xfrm>
          <a:prstGeom prst="rect">
            <a:avLst/>
          </a:prstGeom>
          <a:noFill/>
        </p:spPr>
        <p:txBody>
          <a:bodyPr wrap="square" anchor="ctr" lIns="0" rIns="0" tIns="0" bIns="0">
            <a:spAutoFit/>
          </a:bodyPr>
          <a:lstStyle/>
          <a:p>
            <a:pPr algn="ctr"/>
            <a:r>
              <a:rPr sz="7200" b="1" i="0">
                <a:solidFill>
                  <a:srgbClr val="FFFFFF"/>
                </a:solidFill>
                <a:latin typeface="Segoe UI"/>
              </a:rPr>
              <a:t>Agent = model + </a:t>
            </a:r>
            <a:r>
              <a:rPr sz="7200" b="1" i="0">
                <a:solidFill>
                  <a:srgbClr val="05C3DE"/>
                </a:solidFill>
                <a:latin typeface="Segoe UI"/>
              </a:rPr>
              <a:t>harness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02920"/>
            <a:ext cx="10972800" cy="274320"/>
          </a:xfrm>
          <a:prstGeom prst="rect">
            <a:avLst/>
          </a:prstGeom>
          <a:noFill/>
        </p:spPr>
        <p:txBody>
          <a:bodyPr wrap="square" anchor="t" lIns="0" rIns="0" tIns="0" bIns="0">
            <a:spAutoFit/>
          </a:bodyPr>
          <a:lstStyle/>
          <a:p>
            <a:pPr algn="l"/>
            <a:r>
              <a:rPr sz="1400" b="1" i="0">
                <a:solidFill>
                  <a:srgbClr val="05C3DE"/>
                </a:solidFill>
                <a:latin typeface="Segoe UI"/>
              </a:rPr>
              <a:t>FIVE AGENTS WITH THE SAME IDEA, PROMPT AND MODEL, AND NO HUMAN IN THE LOOP</a:t>
            </a:r>
          </a:p>
        </p:txBody>
      </p:sp>
      <p:sp>
        <p:nvSpPr>
          <p:cNvPr id="3" name="Run raw-low"/>
          <p:cNvSpPr/>
          <p:nvPr/>
        </p:nvSpPr>
        <p:spPr>
          <a:xfrm>
            <a:off x="678027" y="1828800"/>
            <a:ext cx="2057400" cy="1600200"/>
          </a:xfrm>
          <a:prstGeom prst="roundRect">
            <a:avLst>
              <a:gd name="adj" fmla="val 8000"/>
            </a:avLst>
          </a:prstGeom>
          <a:solidFill>
            <a:srgbClr val="F6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2619" y="2057400"/>
            <a:ext cx="1728216" cy="457200"/>
          </a:xfrm>
          <a:prstGeom prst="rect">
            <a:avLst/>
          </a:prstGeom>
          <a:noFill/>
        </p:spPr>
        <p:txBody>
          <a:bodyPr wrap="square" anchor="t" lIns="0" rIns="0" tIns="0" bIns="0">
            <a:spAutoFit/>
          </a:bodyPr>
          <a:lstStyle/>
          <a:p>
            <a:pPr algn="l"/>
            <a:r>
              <a:rPr sz="1900" b="1" i="0">
                <a:solidFill>
                  <a:srgbClr val="151719"/>
                </a:solidFill>
                <a:latin typeface="Segoe UI"/>
              </a:rPr>
              <a:t>raw-low</a:t>
            </a:r>
          </a:p>
        </p:txBody>
      </p:sp>
      <p:sp>
        <p:nvSpPr>
          <p:cNvPr id="5" name="TextBox 4"/>
          <p:cNvSpPr txBox="1"/>
          <p:nvPr/>
        </p:nvSpPr>
        <p:spPr>
          <a:xfrm>
            <a:off x="842619" y="2560320"/>
            <a:ext cx="1728216" cy="365760"/>
          </a:xfrm>
          <a:prstGeom prst="rect">
            <a:avLst/>
          </a:prstGeom>
          <a:noFill/>
        </p:spPr>
        <p:txBody>
          <a:bodyPr wrap="square" anchor="t" lIns="0" rIns="0" tIns="0" bIns="0">
            <a:spAutoFit/>
          </a:bodyPr>
          <a:lstStyle/>
          <a:p>
            <a:pPr algn="l"/>
            <a:r>
              <a:rPr sz="1400" b="0" i="0">
                <a:solidFill>
                  <a:srgbClr val="555A5E"/>
                </a:solidFill>
                <a:latin typeface="Segoe UI"/>
              </a:rPr>
              <a:t>no skills · low</a:t>
            </a:r>
          </a:p>
        </p:txBody>
      </p:sp>
      <p:sp>
        <p:nvSpPr>
          <p:cNvPr id="6" name="TextBox 5"/>
          <p:cNvSpPr txBox="1"/>
          <p:nvPr/>
        </p:nvSpPr>
        <p:spPr>
          <a:xfrm>
            <a:off x="842619" y="2926080"/>
            <a:ext cx="1728216" cy="365760"/>
          </a:xfrm>
          <a:prstGeom prst="rect">
            <a:avLst/>
          </a:prstGeom>
          <a:noFill/>
        </p:spPr>
        <p:txBody>
          <a:bodyPr wrap="square" anchor="t" lIns="0" rIns="0" tIns="0" bIns="0">
            <a:spAutoFit/>
          </a:bodyPr>
          <a:lstStyle/>
          <a:p>
            <a:pPr algn="l"/>
            <a:r>
              <a:rPr sz="1400" b="0" i="0">
                <a:solidFill>
                  <a:srgbClr val="8A9095"/>
                </a:solidFill>
                <a:latin typeface="Segoe UI"/>
              </a:rPr>
              <a:t>:3001</a:t>
            </a:r>
          </a:p>
        </p:txBody>
      </p:sp>
      <p:sp>
        <p:nvSpPr>
          <p:cNvPr id="7" name="TextBox 6"/>
          <p:cNvSpPr txBox="1"/>
          <p:nvPr/>
        </p:nvSpPr>
        <p:spPr>
          <a:xfrm>
            <a:off x="2872587" y="1463040"/>
            <a:ext cx="2057400" cy="274320"/>
          </a:xfrm>
          <a:prstGeom prst="rect">
            <a:avLst/>
          </a:prstGeom>
          <a:noFill/>
        </p:spPr>
        <p:txBody>
          <a:bodyPr wrap="square" anchor="t" lIns="0" rIns="0" tIns="0" bIns="0">
            <a:spAutoFit/>
          </a:bodyPr>
          <a:lstStyle/>
          <a:p>
            <a:pPr algn="ctr"/>
            <a:r>
              <a:rPr sz="1200" b="1" i="0">
                <a:solidFill>
                  <a:srgbClr val="05C3DE"/>
                </a:solidFill>
                <a:latin typeface="Segoe UI"/>
              </a:rPr>
              <a:t>BASELINE</a:t>
            </a:r>
          </a:p>
        </p:txBody>
      </p:sp>
      <p:sp>
        <p:nvSpPr>
          <p:cNvPr id="8" name="Run raw-med"/>
          <p:cNvSpPr/>
          <p:nvPr/>
        </p:nvSpPr>
        <p:spPr>
          <a:xfrm>
            <a:off x="2872587" y="1828800"/>
            <a:ext cx="2057400" cy="1600200"/>
          </a:xfrm>
          <a:prstGeom prst="roundRect">
            <a:avLst>
              <a:gd name="adj" fmla="val 8000"/>
            </a:avLst>
          </a:prstGeom>
          <a:solidFill>
            <a:srgbClr val="F6F5F1"/>
          </a:solidFill>
          <a:ln w="31750">
            <a:solidFill>
              <a:srgbClr val="05C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37179" y="2057400"/>
            <a:ext cx="1728216" cy="457200"/>
          </a:xfrm>
          <a:prstGeom prst="rect">
            <a:avLst/>
          </a:prstGeom>
          <a:noFill/>
        </p:spPr>
        <p:txBody>
          <a:bodyPr wrap="square" anchor="t" lIns="0" rIns="0" tIns="0" bIns="0">
            <a:spAutoFit/>
          </a:bodyPr>
          <a:lstStyle/>
          <a:p>
            <a:pPr algn="l"/>
            <a:r>
              <a:rPr sz="1900" b="1" i="0">
                <a:solidFill>
                  <a:srgbClr val="151719"/>
                </a:solidFill>
                <a:latin typeface="Segoe UI"/>
              </a:rPr>
              <a:t>raw-med</a:t>
            </a:r>
          </a:p>
        </p:txBody>
      </p:sp>
      <p:sp>
        <p:nvSpPr>
          <p:cNvPr id="10" name="TextBox 9"/>
          <p:cNvSpPr txBox="1"/>
          <p:nvPr/>
        </p:nvSpPr>
        <p:spPr>
          <a:xfrm>
            <a:off x="3037179" y="2560320"/>
            <a:ext cx="1728216" cy="365760"/>
          </a:xfrm>
          <a:prstGeom prst="rect">
            <a:avLst/>
          </a:prstGeom>
          <a:noFill/>
        </p:spPr>
        <p:txBody>
          <a:bodyPr wrap="square" anchor="t" lIns="0" rIns="0" tIns="0" bIns="0">
            <a:spAutoFit/>
          </a:bodyPr>
          <a:lstStyle/>
          <a:p>
            <a:pPr algn="l"/>
            <a:r>
              <a:rPr sz="1400" b="0" i="0">
                <a:solidFill>
                  <a:srgbClr val="555A5E"/>
                </a:solidFill>
                <a:latin typeface="Segoe UI"/>
              </a:rPr>
              <a:t>no skills · medium</a:t>
            </a:r>
          </a:p>
        </p:txBody>
      </p:sp>
      <p:sp>
        <p:nvSpPr>
          <p:cNvPr id="11" name="TextBox 10"/>
          <p:cNvSpPr txBox="1"/>
          <p:nvPr/>
        </p:nvSpPr>
        <p:spPr>
          <a:xfrm>
            <a:off x="3037179" y="2926080"/>
            <a:ext cx="1728216" cy="365760"/>
          </a:xfrm>
          <a:prstGeom prst="rect">
            <a:avLst/>
          </a:prstGeom>
          <a:noFill/>
        </p:spPr>
        <p:txBody>
          <a:bodyPr wrap="square" anchor="t" lIns="0" rIns="0" tIns="0" bIns="0">
            <a:spAutoFit/>
          </a:bodyPr>
          <a:lstStyle/>
          <a:p>
            <a:pPr algn="l"/>
            <a:r>
              <a:rPr sz="1400" b="0" i="0">
                <a:solidFill>
                  <a:srgbClr val="8A9095"/>
                </a:solidFill>
                <a:latin typeface="Segoe UI"/>
              </a:rPr>
              <a:t>:3002</a:t>
            </a:r>
          </a:p>
        </p:txBody>
      </p:sp>
      <p:sp>
        <p:nvSpPr>
          <p:cNvPr id="12" name="Run ecc-med"/>
          <p:cNvSpPr/>
          <p:nvPr/>
        </p:nvSpPr>
        <p:spPr>
          <a:xfrm>
            <a:off x="5067147" y="1828800"/>
            <a:ext cx="2057400" cy="1600200"/>
          </a:xfrm>
          <a:prstGeom prst="roundRect">
            <a:avLst>
              <a:gd name="adj" fmla="val 8000"/>
            </a:avLst>
          </a:prstGeom>
          <a:solidFill>
            <a:srgbClr val="F6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31739" y="2057400"/>
            <a:ext cx="1728216" cy="457200"/>
          </a:xfrm>
          <a:prstGeom prst="rect">
            <a:avLst/>
          </a:prstGeom>
          <a:noFill/>
        </p:spPr>
        <p:txBody>
          <a:bodyPr wrap="square" anchor="t" lIns="0" rIns="0" tIns="0" bIns="0">
            <a:spAutoFit/>
          </a:bodyPr>
          <a:lstStyle/>
          <a:p>
            <a:pPr algn="l"/>
            <a:r>
              <a:rPr sz="1900" b="1" i="0">
                <a:solidFill>
                  <a:srgbClr val="151719"/>
                </a:solidFill>
                <a:latin typeface="Segoe UI"/>
              </a:rPr>
              <a:t>ecc-med</a:t>
            </a:r>
          </a:p>
        </p:txBody>
      </p:sp>
      <p:sp>
        <p:nvSpPr>
          <p:cNvPr id="14" name="TextBox 13"/>
          <p:cNvSpPr txBox="1"/>
          <p:nvPr/>
        </p:nvSpPr>
        <p:spPr>
          <a:xfrm>
            <a:off x="5231739" y="2560320"/>
            <a:ext cx="1728216" cy="365760"/>
          </a:xfrm>
          <a:prstGeom prst="rect">
            <a:avLst/>
          </a:prstGeom>
          <a:noFill/>
        </p:spPr>
        <p:txBody>
          <a:bodyPr wrap="square" anchor="t" lIns="0" rIns="0" tIns="0" bIns="0">
            <a:spAutoFit/>
          </a:bodyPr>
          <a:lstStyle/>
          <a:p>
            <a:pPr algn="l"/>
            <a:r>
              <a:rPr sz="1400" b="0" i="0">
                <a:solidFill>
                  <a:srgbClr val="555A5E"/>
                </a:solidFill>
                <a:latin typeface="Segoe UI"/>
              </a:rPr>
              <a:t>ECC · medium</a:t>
            </a:r>
          </a:p>
        </p:txBody>
      </p:sp>
      <p:sp>
        <p:nvSpPr>
          <p:cNvPr id="15" name="TextBox 14"/>
          <p:cNvSpPr txBox="1"/>
          <p:nvPr/>
        </p:nvSpPr>
        <p:spPr>
          <a:xfrm>
            <a:off x="5231739" y="2926080"/>
            <a:ext cx="1728216" cy="365760"/>
          </a:xfrm>
          <a:prstGeom prst="rect">
            <a:avLst/>
          </a:prstGeom>
          <a:noFill/>
        </p:spPr>
        <p:txBody>
          <a:bodyPr wrap="square" anchor="t" lIns="0" rIns="0" tIns="0" bIns="0">
            <a:spAutoFit/>
          </a:bodyPr>
          <a:lstStyle/>
          <a:p>
            <a:pPr algn="l"/>
            <a:r>
              <a:rPr sz="1400" b="0" i="0">
                <a:solidFill>
                  <a:srgbClr val="8A9095"/>
                </a:solidFill>
                <a:latin typeface="Segoe UI"/>
              </a:rPr>
              <a:t>:3003</a:t>
            </a:r>
          </a:p>
        </p:txBody>
      </p:sp>
      <p:sp>
        <p:nvSpPr>
          <p:cNvPr id="16" name="Run firstmate-med"/>
          <p:cNvSpPr/>
          <p:nvPr/>
        </p:nvSpPr>
        <p:spPr>
          <a:xfrm>
            <a:off x="7261707" y="1828800"/>
            <a:ext cx="2057400" cy="1600200"/>
          </a:xfrm>
          <a:prstGeom prst="roundRect">
            <a:avLst>
              <a:gd name="adj" fmla="val 8000"/>
            </a:avLst>
          </a:prstGeom>
          <a:solidFill>
            <a:srgbClr val="F6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26299" y="2057400"/>
            <a:ext cx="1728216" cy="457200"/>
          </a:xfrm>
          <a:prstGeom prst="rect">
            <a:avLst/>
          </a:prstGeom>
          <a:noFill/>
        </p:spPr>
        <p:txBody>
          <a:bodyPr wrap="square" anchor="t" lIns="0" rIns="0" tIns="0" bIns="0">
            <a:spAutoFit/>
          </a:bodyPr>
          <a:lstStyle/>
          <a:p>
            <a:pPr algn="l"/>
            <a:r>
              <a:rPr sz="1900" b="1" i="0">
                <a:solidFill>
                  <a:srgbClr val="151719"/>
                </a:solidFill>
                <a:latin typeface="Segoe UI"/>
              </a:rPr>
              <a:t>firstmate-med</a:t>
            </a:r>
          </a:p>
        </p:txBody>
      </p:sp>
      <p:sp>
        <p:nvSpPr>
          <p:cNvPr id="18" name="TextBox 17"/>
          <p:cNvSpPr txBox="1"/>
          <p:nvPr/>
        </p:nvSpPr>
        <p:spPr>
          <a:xfrm>
            <a:off x="7426299" y="2560320"/>
            <a:ext cx="1728216" cy="365760"/>
          </a:xfrm>
          <a:prstGeom prst="rect">
            <a:avLst/>
          </a:prstGeom>
          <a:noFill/>
        </p:spPr>
        <p:txBody>
          <a:bodyPr wrap="square" anchor="t" lIns="0" rIns="0" tIns="0" bIns="0">
            <a:spAutoFit/>
          </a:bodyPr>
          <a:lstStyle/>
          <a:p>
            <a:pPr algn="l"/>
            <a:r>
              <a:rPr sz="1400" b="0" i="0">
                <a:solidFill>
                  <a:srgbClr val="555A5E"/>
                </a:solidFill>
                <a:latin typeface="Segoe UI"/>
              </a:rPr>
              <a:t>firstmate · medium</a:t>
            </a:r>
          </a:p>
        </p:txBody>
      </p:sp>
      <p:sp>
        <p:nvSpPr>
          <p:cNvPr id="19" name="TextBox 18"/>
          <p:cNvSpPr txBox="1"/>
          <p:nvPr/>
        </p:nvSpPr>
        <p:spPr>
          <a:xfrm>
            <a:off x="7426299" y="2926080"/>
            <a:ext cx="1728216" cy="365760"/>
          </a:xfrm>
          <a:prstGeom prst="rect">
            <a:avLst/>
          </a:prstGeom>
          <a:noFill/>
        </p:spPr>
        <p:txBody>
          <a:bodyPr wrap="square" anchor="t" lIns="0" rIns="0" tIns="0" bIns="0">
            <a:spAutoFit/>
          </a:bodyPr>
          <a:lstStyle/>
          <a:p>
            <a:pPr algn="l"/>
            <a:r>
              <a:rPr sz="1400" b="0" i="0">
                <a:solidFill>
                  <a:srgbClr val="8A9095"/>
                </a:solidFill>
                <a:latin typeface="Segoe UI"/>
              </a:rPr>
              <a:t>:3004</a:t>
            </a:r>
          </a:p>
        </p:txBody>
      </p:sp>
      <p:sp>
        <p:nvSpPr>
          <p:cNvPr id="20" name="Run matt-med"/>
          <p:cNvSpPr/>
          <p:nvPr/>
        </p:nvSpPr>
        <p:spPr>
          <a:xfrm>
            <a:off x="9456267" y="1828800"/>
            <a:ext cx="2057400" cy="1600200"/>
          </a:xfrm>
          <a:prstGeom prst="roundRect">
            <a:avLst>
              <a:gd name="adj" fmla="val 8000"/>
            </a:avLst>
          </a:prstGeom>
          <a:solidFill>
            <a:srgbClr val="F6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20859" y="2057400"/>
            <a:ext cx="1728216" cy="457200"/>
          </a:xfrm>
          <a:prstGeom prst="rect">
            <a:avLst/>
          </a:prstGeom>
          <a:noFill/>
        </p:spPr>
        <p:txBody>
          <a:bodyPr wrap="square" anchor="t" lIns="0" rIns="0" tIns="0" bIns="0">
            <a:spAutoFit/>
          </a:bodyPr>
          <a:lstStyle/>
          <a:p>
            <a:pPr algn="l"/>
            <a:r>
              <a:rPr sz="1900" b="1" i="0">
                <a:solidFill>
                  <a:srgbClr val="151719"/>
                </a:solidFill>
                <a:latin typeface="Segoe UI"/>
              </a:rPr>
              <a:t>matt-med</a:t>
            </a:r>
          </a:p>
        </p:txBody>
      </p:sp>
      <p:sp>
        <p:nvSpPr>
          <p:cNvPr id="22" name="TextBox 21"/>
          <p:cNvSpPr txBox="1"/>
          <p:nvPr/>
        </p:nvSpPr>
        <p:spPr>
          <a:xfrm>
            <a:off x="9620859" y="2560320"/>
            <a:ext cx="1728216" cy="365760"/>
          </a:xfrm>
          <a:prstGeom prst="rect">
            <a:avLst/>
          </a:prstGeom>
          <a:noFill/>
        </p:spPr>
        <p:txBody>
          <a:bodyPr wrap="square" anchor="t" lIns="0" rIns="0" tIns="0" bIns="0">
            <a:spAutoFit/>
          </a:bodyPr>
          <a:lstStyle/>
          <a:p>
            <a:pPr algn="l"/>
            <a:r>
              <a:rPr sz="1400" b="0" i="0">
                <a:solidFill>
                  <a:srgbClr val="555A5E"/>
                </a:solidFill>
                <a:latin typeface="Segoe UI"/>
              </a:rPr>
              <a:t>Pocock · medium</a:t>
            </a:r>
          </a:p>
        </p:txBody>
      </p:sp>
      <p:sp>
        <p:nvSpPr>
          <p:cNvPr id="23" name="TextBox 22"/>
          <p:cNvSpPr txBox="1"/>
          <p:nvPr/>
        </p:nvSpPr>
        <p:spPr>
          <a:xfrm>
            <a:off x="9620859" y="2926080"/>
            <a:ext cx="1728216" cy="365760"/>
          </a:xfrm>
          <a:prstGeom prst="rect">
            <a:avLst/>
          </a:prstGeom>
          <a:noFill/>
        </p:spPr>
        <p:txBody>
          <a:bodyPr wrap="square" anchor="t" lIns="0" rIns="0" tIns="0" bIns="0">
            <a:spAutoFit/>
          </a:bodyPr>
          <a:lstStyle/>
          <a:p>
            <a:pPr algn="l"/>
            <a:r>
              <a:rPr sz="1400" b="0" i="0">
                <a:solidFill>
                  <a:srgbClr val="8A9095"/>
                </a:solidFill>
                <a:latin typeface="Segoe UI"/>
              </a:rPr>
              <a:t>:3005</a:t>
            </a:r>
          </a:p>
        </p:txBody>
      </p:sp>
      <p:cxnSp>
        <p:nvCxnSpPr>
          <p:cNvPr id="24" name="Connector 23"/>
          <p:cNvCxnSpPr/>
          <p:nvPr/>
        </p:nvCxnSpPr>
        <p:spPr>
          <a:xfrm>
            <a:off x="1706727" y="3840480"/>
            <a:ext cx="2194560" cy="0"/>
          </a:xfrm>
          <a:prstGeom prst="line">
            <a:avLst/>
          </a:prstGeom>
          <a:ln w="19050">
            <a:solidFill>
              <a:srgbClr val="555A5E"/>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706727" y="3675888"/>
            <a:ext cx="0" cy="164592"/>
          </a:xfrm>
          <a:prstGeom prst="line">
            <a:avLst/>
          </a:prstGeom>
          <a:ln w="19050">
            <a:solidFill>
              <a:srgbClr val="555A5E"/>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901287" y="3675888"/>
            <a:ext cx="0" cy="164592"/>
          </a:xfrm>
          <a:prstGeom prst="line">
            <a:avLst/>
          </a:prstGeom>
          <a:ln w="19050">
            <a:solidFill>
              <a:srgbClr val="555A5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706727" y="3931920"/>
            <a:ext cx="2194560" cy="411480"/>
          </a:xfrm>
          <a:prstGeom prst="rect">
            <a:avLst/>
          </a:prstGeom>
          <a:noFill/>
        </p:spPr>
        <p:txBody>
          <a:bodyPr wrap="square" anchor="t" lIns="0" rIns="0" tIns="0" bIns="0">
            <a:spAutoFit/>
          </a:bodyPr>
          <a:lstStyle/>
          <a:p>
            <a:pPr algn="ctr"/>
            <a:r>
              <a:rPr sz="2000" b="1" i="0">
                <a:solidFill>
                  <a:srgbClr val="555A5E"/>
                </a:solidFill>
                <a:latin typeface="Segoe UI"/>
              </a:rPr>
              <a:t>effort</a:t>
            </a:r>
          </a:p>
        </p:txBody>
      </p:sp>
      <p:cxnSp>
        <p:nvCxnSpPr>
          <p:cNvPr id="28" name="Connector 27"/>
          <p:cNvCxnSpPr/>
          <p:nvPr/>
        </p:nvCxnSpPr>
        <p:spPr>
          <a:xfrm>
            <a:off x="3901287" y="4709160"/>
            <a:ext cx="6583680" cy="0"/>
          </a:xfrm>
          <a:prstGeom prst="line">
            <a:avLst/>
          </a:prstGeom>
          <a:ln w="19050">
            <a:solidFill>
              <a:srgbClr val="555A5E"/>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901287" y="4544568"/>
            <a:ext cx="0" cy="164592"/>
          </a:xfrm>
          <a:prstGeom prst="line">
            <a:avLst/>
          </a:prstGeom>
          <a:ln w="19050">
            <a:solidFill>
              <a:srgbClr val="555A5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484967" y="4544568"/>
            <a:ext cx="0" cy="164592"/>
          </a:xfrm>
          <a:prstGeom prst="line">
            <a:avLst/>
          </a:prstGeom>
          <a:ln w="19050">
            <a:solidFill>
              <a:srgbClr val="555A5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901287" y="4800600"/>
            <a:ext cx="6583679" cy="411480"/>
          </a:xfrm>
          <a:prstGeom prst="rect">
            <a:avLst/>
          </a:prstGeom>
          <a:noFill/>
        </p:spPr>
        <p:txBody>
          <a:bodyPr wrap="square" anchor="t" lIns="0" rIns="0" tIns="0" bIns="0">
            <a:spAutoFit/>
          </a:bodyPr>
          <a:lstStyle/>
          <a:p>
            <a:pPr algn="ctr"/>
            <a:r>
              <a:rPr sz="2000" b="1" i="0">
                <a:solidFill>
                  <a:srgbClr val="555A5E"/>
                </a:solidFill>
                <a:latin typeface="Segoe UI"/>
              </a:rPr>
              <a:t>skill pack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48640"/>
            <a:ext cx="10972800" cy="731520"/>
          </a:xfrm>
          <a:prstGeom prst="rect">
            <a:avLst/>
          </a:prstGeom>
          <a:noFill/>
        </p:spPr>
        <p:txBody>
          <a:bodyPr wrap="square" anchor="t" lIns="0" rIns="0" tIns="0" bIns="0">
            <a:spAutoFit/>
          </a:bodyPr>
          <a:lstStyle/>
          <a:p>
            <a:pPr algn="l"/>
            <a:r>
              <a:rPr sz="3400" b="1" i="0">
                <a:solidFill>
                  <a:srgbClr val="151719"/>
                </a:solidFill>
                <a:latin typeface="Segoe UI"/>
              </a:rPr>
              <a:t>Every step up in intelligence costs more per task</a:t>
            </a:r>
          </a:p>
        </p:txBody>
      </p:sp>
      <p:pic>
        <p:nvPicPr>
          <p:cNvPr id="3" name="slopalytics.com" descr="slopalytics.png"/>
          <p:cNvPicPr>
            <a:picLocks noChangeAspect="1"/>
          </p:cNvPicPr>
          <p:nvPr/>
        </p:nvPicPr>
        <p:blipFill>
          <a:blip r:embed="rId3"/>
          <a:stretch>
            <a:fillRect/>
          </a:stretch>
        </p:blipFill>
        <p:spPr>
          <a:xfrm>
            <a:off x="548640" y="1463040"/>
            <a:ext cx="8128000" cy="4572000"/>
          </a:xfrm>
          <a:prstGeom prst="rect">
            <a:avLst/>
          </a:prstGeom>
        </p:spPr>
      </p:pic>
      <p:sp>
        <p:nvSpPr>
          <p:cNvPr id="4" name="TextBox 3"/>
          <p:cNvSpPr txBox="1"/>
          <p:nvPr/>
        </p:nvSpPr>
        <p:spPr>
          <a:xfrm>
            <a:off x="8996680" y="2011680"/>
            <a:ext cx="2646375" cy="3108960"/>
          </a:xfrm>
          <a:prstGeom prst="rect">
            <a:avLst/>
          </a:prstGeom>
          <a:noFill/>
        </p:spPr>
        <p:txBody>
          <a:bodyPr wrap="square" anchor="t" lIns="0" rIns="0" tIns="0" bIns="0">
            <a:spAutoFit/>
          </a:bodyPr>
          <a:lstStyle/>
          <a:p>
            <a:pPr algn="l"/>
            <a:r>
              <a:rPr sz="2200" b="1" i="0">
                <a:solidFill>
                  <a:srgbClr val="151719"/>
                </a:solidFill>
                <a:latin typeface="Segoe UI"/>
              </a:rPr>
              <a:t>Opus 5.5</a:t>
            </a:r>
          </a:p>
          <a:p>
            <a:pPr algn="l"/>
            <a:r>
              <a:rPr sz="4000" b="1" i="0">
                <a:solidFill>
                  <a:srgbClr val="05C3DE"/>
                </a:solidFill>
                <a:latin typeface="Segoe UI"/>
              </a:rPr>
              <a:t>$0.55</a:t>
            </a:r>
          </a:p>
          <a:p>
            <a:pPr algn="l"/>
            <a:r>
              <a:rPr sz="1600" b="0" i="0">
                <a:solidFill>
                  <a:srgbClr val="555A5E"/>
                </a:solidFill>
                <a:latin typeface="Segoe UI"/>
              </a:rPr>
              <a:t>a task at low effort</a:t>
            </a:r>
          </a:p>
          <a:p>
            <a:pPr algn="l"/>
            <a:r>
              <a:rPr sz="4000" b="1" i="0">
                <a:solidFill>
                  <a:srgbClr val="05C3DE"/>
                </a:solidFill>
                <a:latin typeface="Segoe UI"/>
              </a:rPr>
              <a:t>$5.98</a:t>
            </a:r>
          </a:p>
          <a:p>
            <a:pPr algn="l"/>
            <a:r>
              <a:rPr sz="1600" b="0" i="0">
                <a:solidFill>
                  <a:srgbClr val="555A5E"/>
                </a:solidFill>
                <a:latin typeface="Segoe UI"/>
              </a:rPr>
              <a:t>at max</a:t>
            </a:r>
          </a:p>
        </p:txBody>
      </p:sp>
      <p:sp>
        <p:nvSpPr>
          <p:cNvPr id="5" name="TextBox 4"/>
          <p:cNvSpPr txBox="1"/>
          <p:nvPr/>
        </p:nvSpPr>
        <p:spPr>
          <a:xfrm>
            <a:off x="548640" y="6172200"/>
            <a:ext cx="10972800" cy="320040"/>
          </a:xfrm>
          <a:prstGeom prst="rect">
            <a:avLst/>
          </a:prstGeom>
          <a:noFill/>
        </p:spPr>
        <p:txBody>
          <a:bodyPr wrap="square" anchor="t" lIns="0" rIns="0" tIns="0" bIns="0">
            <a:spAutoFit/>
          </a:bodyPr>
          <a:lstStyle/>
          <a:p>
            <a:pPr algn="l"/>
            <a:r>
              <a:rPr sz="1300" b="0" i="0">
                <a:solidFill>
                  <a:srgbClr val="8A9095"/>
                </a:solidFill>
                <a:latin typeface="Segoe UI"/>
              </a:rPr>
              <a:t>slopalytics.com · data from Artificial Analysis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02920"/>
            <a:ext cx="10972800" cy="274320"/>
          </a:xfrm>
          <a:prstGeom prst="rect">
            <a:avLst/>
          </a:prstGeom>
          <a:noFill/>
        </p:spPr>
        <p:txBody>
          <a:bodyPr wrap="square" anchor="t" lIns="0" rIns="0" tIns="0" bIns="0">
            <a:spAutoFit/>
          </a:bodyPr>
          <a:lstStyle/>
          <a:p>
            <a:pPr algn="l"/>
            <a:r>
              <a:rPr sz="1400" b="1" i="0">
                <a:solidFill>
                  <a:srgbClr val="05C3DE"/>
                </a:solidFill>
                <a:latin typeface="Segoe UI"/>
              </a:rPr>
              <a:t>02 · IMPLEMENT</a:t>
            </a:r>
          </a:p>
        </p:txBody>
      </p:sp>
      <p:pic>
        <p:nvPicPr>
          <p:cNvPr id="3" name="Picture 2" descr="compass.png"/>
          <p:cNvPicPr>
            <a:picLocks noChangeAspect="1"/>
          </p:cNvPicPr>
          <p:nvPr/>
        </p:nvPicPr>
        <p:blipFill>
          <a:blip r:embed="rId3"/>
          <a:stretch>
            <a:fillRect/>
          </a:stretch>
        </p:blipFill>
        <p:spPr>
          <a:xfrm>
            <a:off x="914400" y="1554480"/>
            <a:ext cx="1188720" cy="1188720"/>
          </a:xfrm>
          <a:prstGeom prst="rect">
            <a:avLst/>
          </a:prstGeom>
        </p:spPr>
      </p:pic>
      <p:sp>
        <p:nvSpPr>
          <p:cNvPr id="4" name="TextBox 3"/>
          <p:cNvSpPr txBox="1"/>
          <p:nvPr/>
        </p:nvSpPr>
        <p:spPr>
          <a:xfrm>
            <a:off x="914400" y="2971800"/>
            <a:ext cx="4937760" cy="822960"/>
          </a:xfrm>
          <a:prstGeom prst="rect">
            <a:avLst/>
          </a:prstGeom>
          <a:noFill/>
        </p:spPr>
        <p:txBody>
          <a:bodyPr wrap="square" anchor="t" lIns="0" rIns="0" tIns="0" bIns="0">
            <a:spAutoFit/>
          </a:bodyPr>
          <a:lstStyle/>
          <a:p>
            <a:pPr algn="l"/>
            <a:r>
              <a:rPr sz="5400" b="1" i="0">
                <a:solidFill>
                  <a:srgbClr val="151719"/>
                </a:solidFill>
                <a:latin typeface="Segoe UI"/>
              </a:rPr>
              <a:t>Guides</a:t>
            </a:r>
          </a:p>
        </p:txBody>
      </p:sp>
      <p:sp>
        <p:nvSpPr>
          <p:cNvPr id="5" name="TextBox 4"/>
          <p:cNvSpPr txBox="1"/>
          <p:nvPr/>
        </p:nvSpPr>
        <p:spPr>
          <a:xfrm>
            <a:off x="914400" y="3886200"/>
            <a:ext cx="4937760" cy="548640"/>
          </a:xfrm>
          <a:prstGeom prst="rect">
            <a:avLst/>
          </a:prstGeom>
          <a:noFill/>
        </p:spPr>
        <p:txBody>
          <a:bodyPr wrap="square" anchor="t" lIns="0" rIns="0" tIns="0" bIns="0">
            <a:spAutoFit/>
          </a:bodyPr>
          <a:lstStyle/>
          <a:p>
            <a:pPr algn="l"/>
            <a:r>
              <a:rPr sz="2600" b="1" i="0">
                <a:solidFill>
                  <a:srgbClr val="05C3DE"/>
                </a:solidFill>
                <a:latin typeface="Segoe UI"/>
              </a:rPr>
              <a:t>before it acts</a:t>
            </a:r>
          </a:p>
        </p:txBody>
      </p:sp>
      <p:sp>
        <p:nvSpPr>
          <p:cNvPr id="6" name="TextBox 5"/>
          <p:cNvSpPr txBox="1"/>
          <p:nvPr/>
        </p:nvSpPr>
        <p:spPr>
          <a:xfrm>
            <a:off x="914400" y="4572000"/>
            <a:ext cx="4937760" cy="731520"/>
          </a:xfrm>
          <a:prstGeom prst="rect">
            <a:avLst/>
          </a:prstGeom>
          <a:noFill/>
        </p:spPr>
        <p:txBody>
          <a:bodyPr wrap="square" anchor="t" lIns="0" rIns="0" tIns="0" bIns="0">
            <a:spAutoFit/>
          </a:bodyPr>
          <a:lstStyle/>
          <a:p>
            <a:pPr algn="l"/>
            <a:r>
              <a:rPr sz="2000" b="0" i="0">
                <a:solidFill>
                  <a:srgbClr val="555A5E"/>
                </a:solidFill>
                <a:latin typeface="Segoe UI"/>
              </a:rPr>
              <a:t>AGENTS.md · skills · conventions</a:t>
            </a:r>
          </a:p>
        </p:txBody>
      </p:sp>
      <p:pic>
        <p:nvPicPr>
          <p:cNvPr id="7" name="Picture 6" descr="gauge.png"/>
          <p:cNvPicPr>
            <a:picLocks noChangeAspect="1"/>
          </p:cNvPicPr>
          <p:nvPr/>
        </p:nvPicPr>
        <p:blipFill>
          <a:blip r:embed="rId4"/>
          <a:stretch>
            <a:fillRect/>
          </a:stretch>
        </p:blipFill>
        <p:spPr>
          <a:xfrm>
            <a:off x="6583680" y="1554480"/>
            <a:ext cx="1188720" cy="1188720"/>
          </a:xfrm>
          <a:prstGeom prst="rect">
            <a:avLst/>
          </a:prstGeom>
        </p:spPr>
      </p:pic>
      <p:sp>
        <p:nvSpPr>
          <p:cNvPr id="8" name="TextBox 7"/>
          <p:cNvSpPr txBox="1"/>
          <p:nvPr/>
        </p:nvSpPr>
        <p:spPr>
          <a:xfrm>
            <a:off x="6583680" y="2971800"/>
            <a:ext cx="4937760" cy="822960"/>
          </a:xfrm>
          <a:prstGeom prst="rect">
            <a:avLst/>
          </a:prstGeom>
          <a:noFill/>
        </p:spPr>
        <p:txBody>
          <a:bodyPr wrap="square" anchor="t" lIns="0" rIns="0" tIns="0" bIns="0">
            <a:spAutoFit/>
          </a:bodyPr>
          <a:lstStyle/>
          <a:p>
            <a:pPr algn="l"/>
            <a:r>
              <a:rPr sz="5400" b="1" i="0">
                <a:solidFill>
                  <a:srgbClr val="151719"/>
                </a:solidFill>
                <a:latin typeface="Segoe UI"/>
              </a:rPr>
              <a:t>Sensors</a:t>
            </a:r>
          </a:p>
        </p:txBody>
      </p:sp>
      <p:sp>
        <p:nvSpPr>
          <p:cNvPr id="9" name="TextBox 8"/>
          <p:cNvSpPr txBox="1"/>
          <p:nvPr/>
        </p:nvSpPr>
        <p:spPr>
          <a:xfrm>
            <a:off x="6583680" y="3886200"/>
            <a:ext cx="4937760" cy="548640"/>
          </a:xfrm>
          <a:prstGeom prst="rect">
            <a:avLst/>
          </a:prstGeom>
          <a:noFill/>
        </p:spPr>
        <p:txBody>
          <a:bodyPr wrap="square" anchor="t" lIns="0" rIns="0" tIns="0" bIns="0">
            <a:spAutoFit/>
          </a:bodyPr>
          <a:lstStyle/>
          <a:p>
            <a:pPr algn="l"/>
            <a:r>
              <a:rPr sz="2600" b="1" i="0">
                <a:solidFill>
                  <a:srgbClr val="05C3DE"/>
                </a:solidFill>
                <a:latin typeface="Segoe UI"/>
              </a:rPr>
              <a:t>after it acts</a:t>
            </a:r>
          </a:p>
        </p:txBody>
      </p:sp>
      <p:sp>
        <p:nvSpPr>
          <p:cNvPr id="10" name="TextBox 9"/>
          <p:cNvSpPr txBox="1"/>
          <p:nvPr/>
        </p:nvSpPr>
        <p:spPr>
          <a:xfrm>
            <a:off x="6583680" y="4572000"/>
            <a:ext cx="4937760" cy="731520"/>
          </a:xfrm>
          <a:prstGeom prst="rect">
            <a:avLst/>
          </a:prstGeom>
          <a:noFill/>
        </p:spPr>
        <p:txBody>
          <a:bodyPr wrap="square" anchor="t" lIns="0" rIns="0" tIns="0" bIns="0">
            <a:spAutoFit/>
          </a:bodyPr>
          <a:lstStyle/>
          <a:p>
            <a:pPr algn="l"/>
            <a:r>
              <a:rPr sz="2000" b="0" i="0">
                <a:solidFill>
                  <a:srgbClr val="555A5E"/>
                </a:solidFill>
                <a:latin typeface="Segoe UI"/>
              </a:rPr>
              <a:t>tests · types · lint · the browser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02920"/>
            <a:ext cx="10972800" cy="274320"/>
          </a:xfrm>
          <a:prstGeom prst="rect">
            <a:avLst/>
          </a:prstGeom>
          <a:noFill/>
        </p:spPr>
        <p:txBody>
          <a:bodyPr wrap="square" anchor="t" lIns="0" rIns="0" tIns="0" bIns="0">
            <a:spAutoFit/>
          </a:bodyPr>
          <a:lstStyle/>
          <a:p>
            <a:pPr algn="l"/>
            <a:r>
              <a:rPr sz="1400" b="1" i="0">
                <a:solidFill>
                  <a:srgbClr val="05C3DE"/>
                </a:solidFill>
                <a:latin typeface="Segoe UI"/>
              </a:rPr>
              <a:t>02 · IMPLEMENT</a:t>
            </a:r>
          </a:p>
        </p:txBody>
      </p:sp>
      <p:sp>
        <p:nvSpPr>
          <p:cNvPr id="3" name="TextBox 2"/>
          <p:cNvSpPr txBox="1"/>
          <p:nvPr/>
        </p:nvSpPr>
        <p:spPr>
          <a:xfrm>
            <a:off x="548640" y="822960"/>
            <a:ext cx="10972800" cy="731520"/>
          </a:xfrm>
          <a:prstGeom prst="rect">
            <a:avLst/>
          </a:prstGeom>
          <a:noFill/>
        </p:spPr>
        <p:txBody>
          <a:bodyPr wrap="square" anchor="t" lIns="0" rIns="0" tIns="0" bIns="0">
            <a:spAutoFit/>
          </a:bodyPr>
          <a:lstStyle/>
          <a:p>
            <a:pPr algn="l"/>
            <a:r>
              <a:rPr sz="3200" b="1" i="0">
                <a:solidFill>
                  <a:srgbClr val="151719"/>
                </a:solidFill>
                <a:latin typeface="Segoe UI"/>
              </a:rPr>
              <a:t>Or make the process a hard rule instead of asking nicely</a:t>
            </a:r>
          </a:p>
        </p:txBody>
      </p:sp>
      <p:sp>
        <p:nvSpPr>
          <p:cNvPr id="4" name="State plan"/>
          <p:cNvSpPr/>
          <p:nvPr/>
        </p:nvSpPr>
        <p:spPr>
          <a:xfrm>
            <a:off x="731520" y="2377440"/>
            <a:ext cx="2103120" cy="914400"/>
          </a:xfrm>
          <a:prstGeom prst="roundRect">
            <a:avLst>
              <a:gd name="adj" fmla="val 50000"/>
            </a:avLst>
          </a:prstGeom>
          <a:solidFill>
            <a:srgbClr val="F6F5F1"/>
          </a:solidFill>
          <a:ln w="1587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377440"/>
            <a:ext cx="2103120" cy="914400"/>
          </a:xfrm>
          <a:prstGeom prst="rect">
            <a:avLst/>
          </a:prstGeom>
          <a:noFill/>
        </p:spPr>
        <p:txBody>
          <a:bodyPr wrap="square" anchor="ctr" lIns="0" rIns="0" tIns="0" bIns="0">
            <a:spAutoFit/>
          </a:bodyPr>
          <a:lstStyle/>
          <a:p>
            <a:pPr algn="ctr"/>
            <a:r>
              <a:rPr sz="2400" b="1" i="0">
                <a:solidFill>
                  <a:srgbClr val="151719"/>
                </a:solidFill>
                <a:latin typeface="Segoe UI"/>
              </a:rPr>
              <a:t>plan</a:t>
            </a:r>
          </a:p>
        </p:txBody>
      </p:sp>
      <p:sp>
        <p:nvSpPr>
          <p:cNvPr id="6" name="Right Arrow 5"/>
          <p:cNvSpPr/>
          <p:nvPr/>
        </p:nvSpPr>
        <p:spPr>
          <a:xfrm>
            <a:off x="3063239" y="2715768"/>
            <a:ext cx="320040" cy="237744"/>
          </a:xfrm>
          <a:prstGeom prst="rightArrow">
            <a:avLst/>
          </a:prstGeom>
          <a:solidFill>
            <a:srgbClr val="8A90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3474720"/>
            <a:ext cx="1554479" cy="329184"/>
          </a:xfrm>
          <a:prstGeom prst="roundRect">
            <a:avLst>
              <a:gd name="adj" fmla="val 50000"/>
            </a:avLst>
          </a:prstGeom>
          <a:noFill/>
          <a:ln w="12700">
            <a:solidFill>
              <a:srgbClr val="05C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474720"/>
            <a:ext cx="1554479" cy="329184"/>
          </a:xfrm>
          <a:prstGeom prst="rect">
            <a:avLst/>
          </a:prstGeom>
          <a:noFill/>
        </p:spPr>
        <p:txBody>
          <a:bodyPr wrap="square" anchor="ctr" lIns="0" rIns="0" tIns="0" bIns="0">
            <a:spAutoFit/>
          </a:bodyPr>
          <a:lstStyle/>
          <a:p>
            <a:pPr algn="ctr"/>
            <a:r>
              <a:rPr sz="1200" b="0" i="0">
                <a:solidFill>
                  <a:srgbClr val="555A5E"/>
                </a:solidFill>
                <a:latin typeface="Consolas"/>
              </a:rPr>
              <a:t>read</a:t>
            </a:r>
          </a:p>
        </p:txBody>
      </p:sp>
      <p:sp>
        <p:nvSpPr>
          <p:cNvPr id="9" name="Rounded Rectangle 8"/>
          <p:cNvSpPr/>
          <p:nvPr/>
        </p:nvSpPr>
        <p:spPr>
          <a:xfrm>
            <a:off x="1005840" y="3886200"/>
            <a:ext cx="1554479" cy="329184"/>
          </a:xfrm>
          <a:prstGeom prst="roundRect">
            <a:avLst>
              <a:gd name="adj" fmla="val 50000"/>
            </a:avLst>
          </a:prstGeom>
          <a:noFill/>
          <a:ln w="12700">
            <a:solidFill>
              <a:srgbClr val="05C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886200"/>
            <a:ext cx="1554479" cy="329184"/>
          </a:xfrm>
          <a:prstGeom prst="rect">
            <a:avLst/>
          </a:prstGeom>
          <a:noFill/>
        </p:spPr>
        <p:txBody>
          <a:bodyPr wrap="square" anchor="ctr" lIns="0" rIns="0" tIns="0" bIns="0">
            <a:spAutoFit/>
          </a:bodyPr>
          <a:lstStyle/>
          <a:p>
            <a:pPr algn="ctr"/>
            <a:r>
              <a:rPr sz="1200" b="0" i="0">
                <a:solidFill>
                  <a:srgbClr val="555A5E"/>
                </a:solidFill>
                <a:latin typeface="Consolas"/>
              </a:rPr>
              <a:t>search</a:t>
            </a:r>
          </a:p>
        </p:txBody>
      </p:sp>
      <p:sp>
        <p:nvSpPr>
          <p:cNvPr id="11" name="State edit"/>
          <p:cNvSpPr/>
          <p:nvPr/>
        </p:nvSpPr>
        <p:spPr>
          <a:xfrm>
            <a:off x="3611880" y="2377440"/>
            <a:ext cx="2103120" cy="914400"/>
          </a:xfrm>
          <a:prstGeom prst="roundRect">
            <a:avLst>
              <a:gd name="adj" fmla="val 50000"/>
            </a:avLst>
          </a:prstGeom>
          <a:solidFill>
            <a:srgbClr val="F6F5F1"/>
          </a:solidFill>
          <a:ln w="1587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2377440"/>
            <a:ext cx="2103120" cy="914400"/>
          </a:xfrm>
          <a:prstGeom prst="rect">
            <a:avLst/>
          </a:prstGeom>
          <a:noFill/>
        </p:spPr>
        <p:txBody>
          <a:bodyPr wrap="square" anchor="ctr" lIns="0" rIns="0" tIns="0" bIns="0">
            <a:spAutoFit/>
          </a:bodyPr>
          <a:lstStyle/>
          <a:p>
            <a:pPr algn="ctr"/>
            <a:r>
              <a:rPr sz="2400" b="1" i="0">
                <a:solidFill>
                  <a:srgbClr val="151719"/>
                </a:solidFill>
                <a:latin typeface="Segoe UI"/>
              </a:rPr>
              <a:t>edit</a:t>
            </a:r>
          </a:p>
        </p:txBody>
      </p:sp>
      <p:sp>
        <p:nvSpPr>
          <p:cNvPr id="13" name="Right Arrow 12"/>
          <p:cNvSpPr/>
          <p:nvPr/>
        </p:nvSpPr>
        <p:spPr>
          <a:xfrm>
            <a:off x="5943600" y="2715768"/>
            <a:ext cx="320040" cy="237744"/>
          </a:xfrm>
          <a:prstGeom prst="rightArrow">
            <a:avLst/>
          </a:prstGeom>
          <a:solidFill>
            <a:srgbClr val="8A90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886200" y="3474720"/>
            <a:ext cx="1554479" cy="329184"/>
          </a:xfrm>
          <a:prstGeom prst="roundRect">
            <a:avLst>
              <a:gd name="adj" fmla="val 50000"/>
            </a:avLst>
          </a:prstGeom>
          <a:noFill/>
          <a:ln w="12700">
            <a:solidFill>
              <a:srgbClr val="05C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86200" y="3474720"/>
            <a:ext cx="1554479" cy="329184"/>
          </a:xfrm>
          <a:prstGeom prst="rect">
            <a:avLst/>
          </a:prstGeom>
          <a:noFill/>
        </p:spPr>
        <p:txBody>
          <a:bodyPr wrap="square" anchor="ctr" lIns="0" rIns="0" tIns="0" bIns="0">
            <a:spAutoFit/>
          </a:bodyPr>
          <a:lstStyle/>
          <a:p>
            <a:pPr algn="ctr"/>
            <a:r>
              <a:rPr sz="1200" b="0" i="0">
                <a:solidFill>
                  <a:srgbClr val="555A5E"/>
                </a:solidFill>
                <a:latin typeface="Consolas"/>
              </a:rPr>
              <a:t>read</a:t>
            </a:r>
          </a:p>
        </p:txBody>
      </p:sp>
      <p:sp>
        <p:nvSpPr>
          <p:cNvPr id="16" name="Rounded Rectangle 15"/>
          <p:cNvSpPr/>
          <p:nvPr/>
        </p:nvSpPr>
        <p:spPr>
          <a:xfrm>
            <a:off x="3886200" y="3886200"/>
            <a:ext cx="1554479" cy="329184"/>
          </a:xfrm>
          <a:prstGeom prst="roundRect">
            <a:avLst>
              <a:gd name="adj" fmla="val 50000"/>
            </a:avLst>
          </a:prstGeom>
          <a:noFill/>
          <a:ln w="12700">
            <a:solidFill>
              <a:srgbClr val="05C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86200" y="3886200"/>
            <a:ext cx="1554479" cy="329184"/>
          </a:xfrm>
          <a:prstGeom prst="rect">
            <a:avLst/>
          </a:prstGeom>
          <a:noFill/>
        </p:spPr>
        <p:txBody>
          <a:bodyPr wrap="square" anchor="ctr" lIns="0" rIns="0" tIns="0" bIns="0">
            <a:spAutoFit/>
          </a:bodyPr>
          <a:lstStyle/>
          <a:p>
            <a:pPr algn="ctr"/>
            <a:r>
              <a:rPr sz="1200" b="0" i="0">
                <a:solidFill>
                  <a:srgbClr val="555A5E"/>
                </a:solidFill>
                <a:latin typeface="Consolas"/>
              </a:rPr>
              <a:t>write</a:t>
            </a:r>
          </a:p>
        </p:txBody>
      </p:sp>
      <p:sp>
        <p:nvSpPr>
          <p:cNvPr id="18" name="State test"/>
          <p:cNvSpPr/>
          <p:nvPr/>
        </p:nvSpPr>
        <p:spPr>
          <a:xfrm>
            <a:off x="6492240" y="2377440"/>
            <a:ext cx="2103120" cy="914400"/>
          </a:xfrm>
          <a:prstGeom prst="roundRect">
            <a:avLst>
              <a:gd name="adj" fmla="val 50000"/>
            </a:avLst>
          </a:prstGeom>
          <a:solidFill>
            <a:srgbClr val="F6F5F1"/>
          </a:solidFill>
          <a:ln w="1587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2377440"/>
            <a:ext cx="2103120" cy="914400"/>
          </a:xfrm>
          <a:prstGeom prst="rect">
            <a:avLst/>
          </a:prstGeom>
          <a:noFill/>
        </p:spPr>
        <p:txBody>
          <a:bodyPr wrap="square" anchor="ctr" lIns="0" rIns="0" tIns="0" bIns="0">
            <a:spAutoFit/>
          </a:bodyPr>
          <a:lstStyle/>
          <a:p>
            <a:pPr algn="ctr"/>
            <a:r>
              <a:rPr sz="2400" b="1" i="0">
                <a:solidFill>
                  <a:srgbClr val="151719"/>
                </a:solidFill>
                <a:latin typeface="Segoe UI"/>
              </a:rPr>
              <a:t>test</a:t>
            </a:r>
          </a:p>
        </p:txBody>
      </p:sp>
      <p:sp>
        <p:nvSpPr>
          <p:cNvPr id="20" name="Right Arrow 19"/>
          <p:cNvSpPr/>
          <p:nvPr/>
        </p:nvSpPr>
        <p:spPr>
          <a:xfrm>
            <a:off x="8823959" y="2715768"/>
            <a:ext cx="320040" cy="237744"/>
          </a:xfrm>
          <a:prstGeom prst="rightArrow">
            <a:avLst/>
          </a:prstGeom>
          <a:solidFill>
            <a:srgbClr val="8A90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766559" y="3474720"/>
            <a:ext cx="1554479" cy="329184"/>
          </a:xfrm>
          <a:prstGeom prst="roundRect">
            <a:avLst>
              <a:gd name="adj" fmla="val 50000"/>
            </a:avLst>
          </a:prstGeom>
          <a:noFill/>
          <a:ln w="12700">
            <a:solidFill>
              <a:srgbClr val="05C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66559" y="3474720"/>
            <a:ext cx="1554479" cy="329184"/>
          </a:xfrm>
          <a:prstGeom prst="rect">
            <a:avLst/>
          </a:prstGeom>
          <a:noFill/>
        </p:spPr>
        <p:txBody>
          <a:bodyPr wrap="square" anchor="ctr" lIns="0" rIns="0" tIns="0" bIns="0">
            <a:spAutoFit/>
          </a:bodyPr>
          <a:lstStyle/>
          <a:p>
            <a:pPr algn="ctr"/>
            <a:r>
              <a:rPr sz="1200" b="0" i="0">
                <a:solidFill>
                  <a:srgbClr val="555A5E"/>
                </a:solidFill>
                <a:latin typeface="Consolas"/>
              </a:rPr>
              <a:t>npm test</a:t>
            </a:r>
          </a:p>
        </p:txBody>
      </p:sp>
      <p:sp>
        <p:nvSpPr>
          <p:cNvPr id="23" name="State done"/>
          <p:cNvSpPr/>
          <p:nvPr/>
        </p:nvSpPr>
        <p:spPr>
          <a:xfrm>
            <a:off x="9372600" y="2377440"/>
            <a:ext cx="2103120" cy="914400"/>
          </a:xfrm>
          <a:prstGeom prst="roundRect">
            <a:avLst>
              <a:gd name="adj" fmla="val 50000"/>
            </a:avLst>
          </a:prstGeom>
          <a:solidFill>
            <a:srgbClr val="1517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72600" y="2377440"/>
            <a:ext cx="2103120" cy="914400"/>
          </a:xfrm>
          <a:prstGeom prst="rect">
            <a:avLst/>
          </a:prstGeom>
          <a:noFill/>
        </p:spPr>
        <p:txBody>
          <a:bodyPr wrap="square" anchor="ctr" lIns="0" rIns="0" tIns="0" bIns="0">
            <a:spAutoFit/>
          </a:bodyPr>
          <a:lstStyle/>
          <a:p>
            <a:pPr algn="ctr"/>
            <a:r>
              <a:rPr sz="2400" b="1" i="0">
                <a:solidFill>
                  <a:srgbClr val="FFFFFF"/>
                </a:solidFill>
                <a:latin typeface="Segoe UI"/>
              </a:rPr>
              <a:t>done</a:t>
            </a:r>
          </a:p>
        </p:txBody>
      </p:sp>
      <p:cxnSp>
        <p:nvCxnSpPr>
          <p:cNvPr id="25" name="Connector 24"/>
          <p:cNvCxnSpPr/>
          <p:nvPr/>
        </p:nvCxnSpPr>
        <p:spPr>
          <a:xfrm flipV="1">
            <a:off x="7543800" y="2057400"/>
            <a:ext cx="0" cy="320040"/>
          </a:xfrm>
          <a:prstGeom prst="line">
            <a:avLst/>
          </a:prstGeom>
          <a:ln w="15875">
            <a:solidFill>
              <a:srgbClr val="8A9095"/>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4663440" y="2057400"/>
            <a:ext cx="2880360" cy="0"/>
          </a:xfrm>
          <a:prstGeom prst="line">
            <a:avLst/>
          </a:prstGeom>
          <a:ln w="15875">
            <a:solidFill>
              <a:srgbClr val="8A9095"/>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663440" y="2057400"/>
            <a:ext cx="0" cy="301752"/>
          </a:xfrm>
          <a:prstGeom prst="line">
            <a:avLst/>
          </a:prstGeom>
          <a:ln w="15875">
            <a:solidFill>
              <a:srgbClr val="8A9095"/>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663440" y="1719072"/>
            <a:ext cx="2880360" cy="274320"/>
          </a:xfrm>
          <a:prstGeom prst="rect">
            <a:avLst/>
          </a:prstGeom>
          <a:noFill/>
        </p:spPr>
        <p:txBody>
          <a:bodyPr wrap="square" anchor="t" lIns="0" rIns="0" tIns="0" bIns="0">
            <a:spAutoFit/>
          </a:bodyPr>
          <a:lstStyle/>
          <a:p>
            <a:pPr algn="ctr"/>
            <a:r>
              <a:rPr sz="1300" b="0" i="0">
                <a:solidFill>
                  <a:srgbClr val="8A9095"/>
                </a:solidFill>
                <a:latin typeface="Segoe UI"/>
              </a:rPr>
              <a:t>red: back to edit, 3 tries</a:t>
            </a:r>
          </a:p>
        </p:txBody>
      </p:sp>
      <p:sp>
        <p:nvSpPr>
          <p:cNvPr id="29" name="TextBox 28"/>
          <p:cNvSpPr txBox="1"/>
          <p:nvPr/>
        </p:nvSpPr>
        <p:spPr>
          <a:xfrm>
            <a:off x="548640" y="4892040"/>
            <a:ext cx="5486400" cy="914400"/>
          </a:xfrm>
          <a:prstGeom prst="rect">
            <a:avLst/>
          </a:prstGeom>
          <a:noFill/>
        </p:spPr>
        <p:txBody>
          <a:bodyPr wrap="square" anchor="t" lIns="0" rIns="0" tIns="0" bIns="0">
            <a:spAutoFit/>
          </a:bodyPr>
          <a:lstStyle/>
          <a:p>
            <a:pPr algn="l"/>
            <a:r>
              <a:rPr sz="1800" b="1" i="0">
                <a:solidFill>
                  <a:srgbClr val="151719"/>
                </a:solidFill>
                <a:latin typeface="Segoe UI"/>
              </a:rPr>
              <a:t>Statewright · Stately</a:t>
            </a:r>
          </a:p>
          <a:p>
            <a:pPr algn="l"/>
            <a:r>
              <a:rPr sz="1800" b="0" i="0">
                <a:solidFill>
                  <a:srgbClr val="555A5E"/>
                </a:solidFill>
                <a:latin typeface="Segoe UI"/>
              </a:rPr>
              <a:t>Enforced per state, not asked for in the prompt</a:t>
            </a:r>
          </a:p>
        </p:txBody>
      </p:sp>
      <p:sp>
        <p:nvSpPr>
          <p:cNvPr id="30" name="TextBox 29"/>
          <p:cNvSpPr txBox="1"/>
          <p:nvPr/>
        </p:nvSpPr>
        <p:spPr>
          <a:xfrm>
            <a:off x="6035040" y="4754880"/>
            <a:ext cx="5605272" cy="640080"/>
          </a:xfrm>
          <a:prstGeom prst="rect">
            <a:avLst/>
          </a:prstGeom>
          <a:noFill/>
        </p:spPr>
        <p:txBody>
          <a:bodyPr wrap="square" anchor="t" lIns="0" rIns="0" tIns="0" bIns="0">
            <a:spAutoFit/>
          </a:bodyPr>
          <a:lstStyle/>
          <a:p>
            <a:pPr algn="r"/>
            <a:r>
              <a:rPr sz="3200" b="1" i="0">
                <a:solidFill>
                  <a:srgbClr val="05C3DE"/>
                </a:solidFill>
                <a:latin typeface="Segoe UI"/>
              </a:rPr>
              <a:t>local model: fail → 10/10</a:t>
            </a:r>
          </a:p>
        </p:txBody>
      </p:sp>
      <p:sp>
        <p:nvSpPr>
          <p:cNvPr id="31" name="TextBox 30"/>
          <p:cNvSpPr txBox="1"/>
          <p:nvPr/>
        </p:nvSpPr>
        <p:spPr>
          <a:xfrm>
            <a:off x="6035040" y="5440680"/>
            <a:ext cx="5605272" cy="365760"/>
          </a:xfrm>
          <a:prstGeom prst="rect">
            <a:avLst/>
          </a:prstGeom>
          <a:noFill/>
        </p:spPr>
        <p:txBody>
          <a:bodyPr wrap="square" anchor="t" lIns="0" rIns="0" tIns="0" bIns="0">
            <a:spAutoFit/>
          </a:bodyPr>
          <a:lstStyle/>
          <a:p>
            <a:pPr algn="r"/>
            <a:r>
              <a:rPr sz="1400" b="0" i="0">
                <a:solidFill>
                  <a:srgbClr val="8A9095"/>
                </a:solidFill>
                <a:latin typeface="Segoe UI"/>
              </a:rPr>
              <a:t>13.8 GB model, 5 SWE-bench tasks, vendor's figures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02920"/>
            <a:ext cx="10972800" cy="274320"/>
          </a:xfrm>
          <a:prstGeom prst="rect">
            <a:avLst/>
          </a:prstGeom>
          <a:noFill/>
        </p:spPr>
        <p:txBody>
          <a:bodyPr wrap="square" anchor="t" lIns="0" rIns="0" tIns="0" bIns="0">
            <a:spAutoFit/>
          </a:bodyPr>
          <a:lstStyle/>
          <a:p>
            <a:pPr algn="l"/>
            <a:r>
              <a:rPr sz="1400" b="1" i="0">
                <a:solidFill>
                  <a:srgbClr val="7DECFC"/>
                </a:solidFill>
                <a:latin typeface="Segoe UI"/>
              </a:rPr>
              <a:t>02 · IMPLEMENT</a:t>
            </a:r>
          </a:p>
        </p:txBody>
      </p:sp>
      <p:sp>
        <p:nvSpPr>
          <p:cNvPr id="3" name="TextBox 2"/>
          <p:cNvSpPr txBox="1"/>
          <p:nvPr/>
        </p:nvSpPr>
        <p:spPr>
          <a:xfrm>
            <a:off x="548640" y="1371600"/>
            <a:ext cx="5486400" cy="2194560"/>
          </a:xfrm>
          <a:prstGeom prst="rect">
            <a:avLst/>
          </a:prstGeom>
          <a:noFill/>
        </p:spPr>
        <p:txBody>
          <a:bodyPr wrap="square" anchor="b" lIns="0" rIns="0" tIns="0" bIns="0">
            <a:spAutoFit/>
          </a:bodyPr>
          <a:lstStyle/>
          <a:p>
            <a:pPr algn="l"/>
            <a:r>
              <a:rPr sz="15000" b="1" i="0">
                <a:solidFill>
                  <a:srgbClr val="FFFFFF"/>
                </a:solidFill>
                <a:latin typeface="Segoe UI"/>
              </a:rPr>
              <a:t>~40</a:t>
            </a:r>
          </a:p>
        </p:txBody>
      </p:sp>
      <p:sp>
        <p:nvSpPr>
          <p:cNvPr id="4" name="TextBox 3"/>
          <p:cNvSpPr txBox="1"/>
          <p:nvPr/>
        </p:nvSpPr>
        <p:spPr>
          <a:xfrm>
            <a:off x="640080" y="3657600"/>
            <a:ext cx="5486400" cy="548640"/>
          </a:xfrm>
          <a:prstGeom prst="rect">
            <a:avLst/>
          </a:prstGeom>
          <a:noFill/>
        </p:spPr>
        <p:txBody>
          <a:bodyPr wrap="square" anchor="t" lIns="0" rIns="0" tIns="0" bIns="0">
            <a:spAutoFit/>
          </a:bodyPr>
          <a:lstStyle/>
          <a:p>
            <a:pPr algn="l"/>
            <a:r>
              <a:rPr sz="2600" b="0" i="0">
                <a:solidFill>
                  <a:srgbClr val="B9BEC2"/>
                </a:solidFill>
                <a:latin typeface="Segoe UI"/>
              </a:rPr>
              <a:t>skills · Matt Pocock</a:t>
            </a:r>
          </a:p>
        </p:txBody>
      </p:sp>
      <p:sp>
        <p:nvSpPr>
          <p:cNvPr id="5" name="TextBox 4"/>
          <p:cNvSpPr txBox="1"/>
          <p:nvPr/>
        </p:nvSpPr>
        <p:spPr>
          <a:xfrm>
            <a:off x="6217920" y="1371600"/>
            <a:ext cx="5486400" cy="2194560"/>
          </a:xfrm>
          <a:prstGeom prst="rect">
            <a:avLst/>
          </a:prstGeom>
          <a:noFill/>
        </p:spPr>
        <p:txBody>
          <a:bodyPr wrap="square" anchor="b" lIns="0" rIns="0" tIns="0" bIns="0">
            <a:spAutoFit/>
          </a:bodyPr>
          <a:lstStyle/>
          <a:p>
            <a:pPr algn="l"/>
            <a:r>
              <a:rPr sz="15000" b="1" i="0">
                <a:solidFill>
                  <a:srgbClr val="05C3DE"/>
                </a:solidFill>
                <a:latin typeface="Segoe UI"/>
              </a:rPr>
              <a:t>~300</a:t>
            </a:r>
          </a:p>
        </p:txBody>
      </p:sp>
      <p:sp>
        <p:nvSpPr>
          <p:cNvPr id="6" name="TextBox 5"/>
          <p:cNvSpPr txBox="1"/>
          <p:nvPr/>
        </p:nvSpPr>
        <p:spPr>
          <a:xfrm>
            <a:off x="6309359" y="3657600"/>
            <a:ext cx="5486400" cy="548640"/>
          </a:xfrm>
          <a:prstGeom prst="rect">
            <a:avLst/>
          </a:prstGeom>
          <a:noFill/>
        </p:spPr>
        <p:txBody>
          <a:bodyPr wrap="square" anchor="t" lIns="0" rIns="0" tIns="0" bIns="0">
            <a:spAutoFit/>
          </a:bodyPr>
          <a:lstStyle/>
          <a:p>
            <a:pPr algn="l"/>
            <a:r>
              <a:rPr sz="2600" b="0" i="0">
                <a:solidFill>
                  <a:srgbClr val="B9BEC2"/>
                </a:solidFill>
                <a:latin typeface="Segoe UI"/>
              </a:rPr>
              <a:t>skills · ECC</a:t>
            </a:r>
          </a:p>
        </p:txBody>
      </p:sp>
      <p:sp>
        <p:nvSpPr>
          <p:cNvPr id="7" name="TextBox 6"/>
          <p:cNvSpPr txBox="1"/>
          <p:nvPr/>
        </p:nvSpPr>
        <p:spPr>
          <a:xfrm>
            <a:off x="640080" y="5120640"/>
            <a:ext cx="10972800" cy="548640"/>
          </a:xfrm>
          <a:prstGeom prst="rect">
            <a:avLst/>
          </a:prstGeom>
          <a:noFill/>
        </p:spPr>
        <p:txBody>
          <a:bodyPr wrap="square" anchor="t" lIns="0" rIns="0" tIns="0" bIns="0">
            <a:spAutoFit/>
          </a:bodyPr>
          <a:lstStyle/>
          <a:p>
            <a:pPr algn="l"/>
            <a:r>
              <a:rPr sz="2600" b="1" i="0">
                <a:solidFill>
                  <a:srgbClr val="FFFFFF"/>
                </a:solidFill>
                <a:latin typeface="Segoe UI"/>
              </a:rPr>
              <a:t>firstmate:  </a:t>
            </a:r>
            <a:r>
              <a:rPr sz="2600" b="0" i="0">
                <a:solidFill>
                  <a:srgbClr val="B9BEC2"/>
                </a:solidFill>
                <a:latin typeface="Segoe UI"/>
              </a:rPr>
              <a:t>1 first mate → a crew</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02920"/>
            <a:ext cx="10972800" cy="274320"/>
          </a:xfrm>
          <a:prstGeom prst="rect">
            <a:avLst/>
          </a:prstGeom>
          <a:noFill/>
        </p:spPr>
        <p:txBody>
          <a:bodyPr wrap="square" anchor="t" lIns="0" rIns="0" tIns="0" bIns="0">
            <a:spAutoFit/>
          </a:bodyPr>
          <a:lstStyle/>
          <a:p>
            <a:pPr algn="l"/>
            <a:r>
              <a:rPr sz="1400" b="1" i="0">
                <a:solidFill>
                  <a:srgbClr val="05C3DE"/>
                </a:solidFill>
                <a:latin typeface="Segoe UI"/>
              </a:rPr>
              <a:t>02 · IMPLEMENT</a:t>
            </a:r>
          </a:p>
        </p:txBody>
      </p:sp>
      <p:sp>
        <p:nvSpPr>
          <p:cNvPr id="3" name="TextBox 2"/>
          <p:cNvSpPr txBox="1"/>
          <p:nvPr/>
        </p:nvSpPr>
        <p:spPr>
          <a:xfrm>
            <a:off x="548640" y="822960"/>
            <a:ext cx="10972800" cy="822960"/>
          </a:xfrm>
          <a:prstGeom prst="rect">
            <a:avLst/>
          </a:prstGeom>
          <a:noFill/>
        </p:spPr>
        <p:txBody>
          <a:bodyPr wrap="square" anchor="t" lIns="0" rIns="0" tIns="0" bIns="0">
            <a:spAutoFit/>
          </a:bodyPr>
          <a:lstStyle/>
          <a:p>
            <a:pPr algn="l"/>
            <a:r>
              <a:rPr sz="3600" b="1" i="0">
                <a:solidFill>
                  <a:srgbClr val="151719"/>
                </a:solidFill>
                <a:latin typeface="Segoe UI"/>
              </a:rPr>
              <a:t>Each pack runs the way its author meant it to</a:t>
            </a:r>
          </a:p>
        </p:txBody>
      </p:sp>
      <p:sp>
        <p:nvSpPr>
          <p:cNvPr id="4" name="TextBox 3"/>
          <p:cNvSpPr txBox="1"/>
          <p:nvPr/>
        </p:nvSpPr>
        <p:spPr>
          <a:xfrm>
            <a:off x="548640" y="1783080"/>
            <a:ext cx="1645920" cy="320040"/>
          </a:xfrm>
          <a:prstGeom prst="rect">
            <a:avLst/>
          </a:prstGeom>
          <a:noFill/>
        </p:spPr>
        <p:txBody>
          <a:bodyPr wrap="square" anchor="t" lIns="0" rIns="0" tIns="0" bIns="0">
            <a:spAutoFit/>
          </a:bodyPr>
          <a:lstStyle/>
          <a:p>
            <a:pPr algn="l"/>
            <a:r>
              <a:rPr sz="1200" b="1" i="0">
                <a:solidFill>
                  <a:srgbClr val="8A9095"/>
                </a:solidFill>
                <a:latin typeface="Segoe UI"/>
              </a:rPr>
              <a:t>RUN</a:t>
            </a:r>
          </a:p>
        </p:txBody>
      </p:sp>
      <p:sp>
        <p:nvSpPr>
          <p:cNvPr id="5" name="TextBox 4"/>
          <p:cNvSpPr txBox="1"/>
          <p:nvPr/>
        </p:nvSpPr>
        <p:spPr>
          <a:xfrm>
            <a:off x="2331720" y="1783080"/>
            <a:ext cx="3291840" cy="320040"/>
          </a:xfrm>
          <a:prstGeom prst="rect">
            <a:avLst/>
          </a:prstGeom>
          <a:noFill/>
        </p:spPr>
        <p:txBody>
          <a:bodyPr wrap="square" anchor="t" lIns="0" rIns="0" tIns="0" bIns="0">
            <a:spAutoFit/>
          </a:bodyPr>
          <a:lstStyle/>
          <a:p>
            <a:pPr algn="l"/>
            <a:r>
              <a:rPr sz="1200" b="1" i="0">
                <a:solidFill>
                  <a:srgbClr val="8A9095"/>
                </a:solidFill>
                <a:latin typeface="Segoe UI"/>
              </a:rPr>
              <a:t>WHAT IS INSTALLED</a:t>
            </a:r>
          </a:p>
        </p:txBody>
      </p:sp>
      <p:sp>
        <p:nvSpPr>
          <p:cNvPr id="6" name="TextBox 5"/>
          <p:cNvSpPr txBox="1"/>
          <p:nvPr/>
        </p:nvSpPr>
        <p:spPr>
          <a:xfrm>
            <a:off x="5806440" y="1783080"/>
            <a:ext cx="5836615" cy="320040"/>
          </a:xfrm>
          <a:prstGeom prst="rect">
            <a:avLst/>
          </a:prstGeom>
          <a:noFill/>
        </p:spPr>
        <p:txBody>
          <a:bodyPr wrap="square" anchor="t" lIns="0" rIns="0" tIns="0" bIns="0">
            <a:spAutoFit/>
          </a:bodyPr>
          <a:lstStyle/>
          <a:p>
            <a:pPr algn="l"/>
            <a:r>
              <a:rPr sz="1200" b="1" i="0">
                <a:solidFill>
                  <a:srgbClr val="8A9095"/>
                </a:solidFill>
                <a:latin typeface="Segoe UI"/>
              </a:rPr>
              <a:t>WHAT THE AGENT IS TOLD, TURN BY TURN</a:t>
            </a:r>
          </a:p>
        </p:txBody>
      </p:sp>
      <p:cxnSp>
        <p:nvCxnSpPr>
          <p:cNvPr id="7" name="Connector 6"/>
          <p:cNvCxnSpPr/>
          <p:nvPr/>
        </p:nvCxnSpPr>
        <p:spPr>
          <a:xfrm>
            <a:off x="548640" y="2148840"/>
            <a:ext cx="11094415" cy="0"/>
          </a:xfrm>
          <a:prstGeom prst="line">
            <a:avLst/>
          </a:prstGeom>
          <a:ln w="12700">
            <a:solidFill>
              <a:srgbClr val="DDDAD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2148840"/>
            <a:ext cx="1645920" cy="822960"/>
          </a:xfrm>
          <a:prstGeom prst="rect">
            <a:avLst/>
          </a:prstGeom>
          <a:noFill/>
        </p:spPr>
        <p:txBody>
          <a:bodyPr wrap="square" anchor="ctr" lIns="0" rIns="0" tIns="0" bIns="0">
            <a:spAutoFit/>
          </a:bodyPr>
          <a:lstStyle/>
          <a:p>
            <a:pPr algn="l"/>
            <a:r>
              <a:rPr sz="2200" b="1" i="0">
                <a:solidFill>
                  <a:srgbClr val="151719"/>
                </a:solidFill>
                <a:latin typeface="Segoe UI"/>
              </a:rPr>
              <a:t>raw</a:t>
            </a:r>
          </a:p>
        </p:txBody>
      </p:sp>
      <p:sp>
        <p:nvSpPr>
          <p:cNvPr id="9" name="TextBox 8"/>
          <p:cNvSpPr txBox="1"/>
          <p:nvPr/>
        </p:nvSpPr>
        <p:spPr>
          <a:xfrm>
            <a:off x="2331720" y="2148840"/>
            <a:ext cx="3291840" cy="822960"/>
          </a:xfrm>
          <a:prstGeom prst="rect">
            <a:avLst/>
          </a:prstGeom>
          <a:noFill/>
        </p:spPr>
        <p:txBody>
          <a:bodyPr wrap="square" anchor="ctr" lIns="0" rIns="0" tIns="0" bIns="0">
            <a:spAutoFit/>
          </a:bodyPr>
          <a:lstStyle/>
          <a:p>
            <a:pPr algn="l"/>
            <a:r>
              <a:rPr sz="1500" b="0" i="0">
                <a:solidFill>
                  <a:srgbClr val="555A5E"/>
                </a:solidFill>
                <a:latin typeface="Segoe UI"/>
              </a:rPr>
              <a:t>Nothing but AGENTS.md</a:t>
            </a:r>
          </a:p>
        </p:txBody>
      </p:sp>
      <p:sp>
        <p:nvSpPr>
          <p:cNvPr id="10" name="TextBox 9"/>
          <p:cNvSpPr txBox="1"/>
          <p:nvPr/>
        </p:nvSpPr>
        <p:spPr>
          <a:xfrm>
            <a:off x="5806440" y="2148840"/>
            <a:ext cx="5836615" cy="822960"/>
          </a:xfrm>
          <a:prstGeom prst="rect">
            <a:avLst/>
          </a:prstGeom>
          <a:noFill/>
        </p:spPr>
        <p:txBody>
          <a:bodyPr wrap="square" anchor="ctr" lIns="0" rIns="0" tIns="0" bIns="0">
            <a:spAutoFit/>
          </a:bodyPr>
          <a:lstStyle/>
          <a:p>
            <a:pPr algn="l"/>
            <a:r>
              <a:rPr sz="1600" b="0" i="0">
                <a:solidFill>
                  <a:srgbClr val="555A5E"/>
                </a:solidFill>
                <a:latin typeface="Segoe UI"/>
              </a:rPr>
              <a:t>The idea, once</a:t>
            </a:r>
          </a:p>
        </p:txBody>
      </p:sp>
      <p:cxnSp>
        <p:nvCxnSpPr>
          <p:cNvPr id="11" name="Connector 10"/>
          <p:cNvCxnSpPr/>
          <p:nvPr/>
        </p:nvCxnSpPr>
        <p:spPr>
          <a:xfrm>
            <a:off x="548640" y="2971800"/>
            <a:ext cx="11094415" cy="0"/>
          </a:xfrm>
          <a:prstGeom prst="line">
            <a:avLst/>
          </a:prstGeom>
          <a:ln w="12700">
            <a:solidFill>
              <a:srgbClr val="DDDAD2"/>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48640" y="2971800"/>
            <a:ext cx="1645920" cy="822960"/>
          </a:xfrm>
          <a:prstGeom prst="rect">
            <a:avLst/>
          </a:prstGeom>
          <a:noFill/>
        </p:spPr>
        <p:txBody>
          <a:bodyPr wrap="square" anchor="ctr" lIns="0" rIns="0" tIns="0" bIns="0">
            <a:spAutoFit/>
          </a:bodyPr>
          <a:lstStyle/>
          <a:p>
            <a:pPr algn="l"/>
            <a:r>
              <a:rPr sz="2200" b="1" i="0">
                <a:solidFill>
                  <a:srgbClr val="151719"/>
                </a:solidFill>
                <a:latin typeface="Segoe UI"/>
              </a:rPr>
              <a:t>ecc</a:t>
            </a:r>
          </a:p>
        </p:txBody>
      </p:sp>
      <p:sp>
        <p:nvSpPr>
          <p:cNvPr id="13" name="TextBox 12"/>
          <p:cNvSpPr txBox="1"/>
          <p:nvPr/>
        </p:nvSpPr>
        <p:spPr>
          <a:xfrm>
            <a:off x="2331720" y="2971800"/>
            <a:ext cx="3291840" cy="822960"/>
          </a:xfrm>
          <a:prstGeom prst="rect">
            <a:avLst/>
          </a:prstGeom>
          <a:noFill/>
        </p:spPr>
        <p:txBody>
          <a:bodyPr wrap="square" anchor="ctr" lIns="0" rIns="0" tIns="0" bIns="0">
            <a:spAutoFit/>
          </a:bodyPr>
          <a:lstStyle/>
          <a:p>
            <a:pPr algn="l"/>
            <a:r>
              <a:rPr sz="1500" b="0" i="0">
                <a:solidFill>
                  <a:srgbClr val="555A5E"/>
                </a:solidFill>
                <a:latin typeface="Segoe UI"/>
              </a:rPr>
              <a:t>ECC core profile: skills, agents, hooks</a:t>
            </a:r>
          </a:p>
        </p:txBody>
      </p:sp>
      <p:sp>
        <p:nvSpPr>
          <p:cNvPr id="14" name="TextBox 13"/>
          <p:cNvSpPr txBox="1"/>
          <p:nvPr/>
        </p:nvSpPr>
        <p:spPr>
          <a:xfrm>
            <a:off x="5806440" y="2971800"/>
            <a:ext cx="5836615" cy="822960"/>
          </a:xfrm>
          <a:prstGeom prst="rect">
            <a:avLst/>
          </a:prstGeom>
          <a:noFill/>
        </p:spPr>
        <p:txBody>
          <a:bodyPr wrap="square" anchor="ctr" lIns="0" rIns="0" tIns="0" bIns="0">
            <a:spAutoFit/>
          </a:bodyPr>
          <a:lstStyle/>
          <a:p>
            <a:pPr algn="l"/>
            <a:r>
              <a:rPr sz="1600" b="1" i="0">
                <a:solidFill>
                  <a:srgbClr val="151719"/>
                </a:solidFill>
                <a:latin typeface="Consolas"/>
              </a:rPr>
              <a:t>/plan</a:t>
            </a:r>
            <a:r>
              <a:rPr sz="1600" b="1" i="0">
                <a:solidFill>
                  <a:srgbClr val="05C3DE"/>
                </a:solidFill>
                <a:latin typeface="Segoe UI"/>
              </a:rPr>
              <a:t>  →  </a:t>
            </a:r>
            <a:r>
              <a:rPr sz="1600" b="1" i="0">
                <a:solidFill>
                  <a:srgbClr val="151719"/>
                </a:solidFill>
                <a:latin typeface="Consolas"/>
              </a:rPr>
              <a:t>CONFIRM</a:t>
            </a:r>
            <a:r>
              <a:rPr sz="1600" b="0" i="0">
                <a:solidFill>
                  <a:srgbClr val="555A5E"/>
                </a:solidFill>
                <a:latin typeface="Segoe UI"/>
              </a:rPr>
              <a:t> + tdd-workflow</a:t>
            </a:r>
            <a:r>
              <a:rPr sz="1600" b="1" i="0">
                <a:solidFill>
                  <a:srgbClr val="05C3DE"/>
                </a:solidFill>
                <a:latin typeface="Segoe UI"/>
              </a:rPr>
              <a:t>  →  </a:t>
            </a:r>
            <a:r>
              <a:rPr sz="1600" b="1" i="0">
                <a:solidFill>
                  <a:srgbClr val="151719"/>
                </a:solidFill>
                <a:latin typeface="Consolas"/>
              </a:rPr>
              <a:t>/code-review</a:t>
            </a:r>
          </a:p>
        </p:txBody>
      </p:sp>
      <p:cxnSp>
        <p:nvCxnSpPr>
          <p:cNvPr id="15" name="Connector 14"/>
          <p:cNvCxnSpPr/>
          <p:nvPr/>
        </p:nvCxnSpPr>
        <p:spPr>
          <a:xfrm>
            <a:off x="548640" y="3794760"/>
            <a:ext cx="11094415" cy="0"/>
          </a:xfrm>
          <a:prstGeom prst="line">
            <a:avLst/>
          </a:prstGeom>
          <a:ln w="12700">
            <a:solidFill>
              <a:srgbClr val="DDDAD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48640" y="3794760"/>
            <a:ext cx="1645920" cy="822960"/>
          </a:xfrm>
          <a:prstGeom prst="rect">
            <a:avLst/>
          </a:prstGeom>
          <a:noFill/>
        </p:spPr>
        <p:txBody>
          <a:bodyPr wrap="square" anchor="ctr" lIns="0" rIns="0" tIns="0" bIns="0">
            <a:spAutoFit/>
          </a:bodyPr>
          <a:lstStyle/>
          <a:p>
            <a:pPr algn="l"/>
            <a:r>
              <a:rPr sz="2200" b="1" i="0">
                <a:solidFill>
                  <a:srgbClr val="151719"/>
                </a:solidFill>
                <a:latin typeface="Segoe UI"/>
              </a:rPr>
              <a:t>firstmate</a:t>
            </a:r>
          </a:p>
        </p:txBody>
      </p:sp>
      <p:sp>
        <p:nvSpPr>
          <p:cNvPr id="17" name="TextBox 16"/>
          <p:cNvSpPr txBox="1"/>
          <p:nvPr/>
        </p:nvSpPr>
        <p:spPr>
          <a:xfrm>
            <a:off x="2331720" y="3794760"/>
            <a:ext cx="3291840" cy="822960"/>
          </a:xfrm>
          <a:prstGeom prst="rect">
            <a:avLst/>
          </a:prstGeom>
          <a:noFill/>
        </p:spPr>
        <p:txBody>
          <a:bodyPr wrap="square" anchor="ctr" lIns="0" rIns="0" tIns="0" bIns="0">
            <a:spAutoFit/>
          </a:bodyPr>
          <a:lstStyle/>
          <a:p>
            <a:pPr algn="l"/>
            <a:r>
              <a:rPr sz="1500" b="0" i="0">
                <a:solidFill>
                  <a:srgbClr val="555A5E"/>
                </a:solidFill>
                <a:latin typeface="Segoe UI"/>
              </a:rPr>
              <a:t>A firstmate clone, the first mate</a:t>
            </a:r>
          </a:p>
        </p:txBody>
      </p:sp>
      <p:sp>
        <p:nvSpPr>
          <p:cNvPr id="18" name="TextBox 17"/>
          <p:cNvSpPr txBox="1"/>
          <p:nvPr/>
        </p:nvSpPr>
        <p:spPr>
          <a:xfrm>
            <a:off x="5806440" y="3794760"/>
            <a:ext cx="5836615" cy="822960"/>
          </a:xfrm>
          <a:prstGeom prst="rect">
            <a:avLst/>
          </a:prstGeom>
          <a:noFill/>
        </p:spPr>
        <p:txBody>
          <a:bodyPr wrap="square" anchor="ctr" lIns="0" rIns="0" tIns="0" bIns="0">
            <a:spAutoFit/>
          </a:bodyPr>
          <a:lstStyle/>
          <a:p>
            <a:pPr algn="l"/>
            <a:r>
              <a:rPr sz="1600" b="0" i="0">
                <a:solidFill>
                  <a:srgbClr val="555A5E"/>
                </a:solidFill>
                <a:latin typeface="Segoe UI"/>
              </a:rPr>
              <a:t>One request: add the game as a project and ship it; the crew does the rest</a:t>
            </a:r>
          </a:p>
        </p:txBody>
      </p:sp>
      <p:cxnSp>
        <p:nvCxnSpPr>
          <p:cNvPr id="19" name="Connector 18"/>
          <p:cNvCxnSpPr/>
          <p:nvPr/>
        </p:nvCxnSpPr>
        <p:spPr>
          <a:xfrm>
            <a:off x="548640" y="4617720"/>
            <a:ext cx="11094415" cy="0"/>
          </a:xfrm>
          <a:prstGeom prst="line">
            <a:avLst/>
          </a:prstGeom>
          <a:ln w="12700">
            <a:solidFill>
              <a:srgbClr val="DDDAD2"/>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48640" y="4617720"/>
            <a:ext cx="1645920" cy="822960"/>
          </a:xfrm>
          <a:prstGeom prst="rect">
            <a:avLst/>
          </a:prstGeom>
          <a:noFill/>
        </p:spPr>
        <p:txBody>
          <a:bodyPr wrap="square" anchor="ctr" lIns="0" rIns="0" tIns="0" bIns="0">
            <a:spAutoFit/>
          </a:bodyPr>
          <a:lstStyle/>
          <a:p>
            <a:pPr algn="l"/>
            <a:r>
              <a:rPr sz="2200" b="1" i="0">
                <a:solidFill>
                  <a:srgbClr val="151719"/>
                </a:solidFill>
                <a:latin typeface="Segoe UI"/>
              </a:rPr>
              <a:t>matt</a:t>
            </a:r>
          </a:p>
        </p:txBody>
      </p:sp>
      <p:sp>
        <p:nvSpPr>
          <p:cNvPr id="21" name="TextBox 20"/>
          <p:cNvSpPr txBox="1"/>
          <p:nvPr/>
        </p:nvSpPr>
        <p:spPr>
          <a:xfrm>
            <a:off x="2331720" y="4617720"/>
            <a:ext cx="3291840" cy="822960"/>
          </a:xfrm>
          <a:prstGeom prst="rect">
            <a:avLst/>
          </a:prstGeom>
          <a:noFill/>
        </p:spPr>
        <p:txBody>
          <a:bodyPr wrap="square" anchor="ctr" lIns="0" rIns="0" tIns="0" bIns="0">
            <a:spAutoFit/>
          </a:bodyPr>
          <a:lstStyle/>
          <a:p>
            <a:pPr algn="l"/>
            <a:r>
              <a:rPr sz="1500" b="0" i="0">
                <a:solidFill>
                  <a:srgbClr val="555A5E"/>
                </a:solidFill>
                <a:latin typeface="Segoe UI"/>
              </a:rPr>
              <a:t>Pocock’s skills, setup done in advance</a:t>
            </a:r>
          </a:p>
        </p:txBody>
      </p:sp>
      <p:sp>
        <p:nvSpPr>
          <p:cNvPr id="22" name="TextBox 21"/>
          <p:cNvSpPr txBox="1"/>
          <p:nvPr/>
        </p:nvSpPr>
        <p:spPr>
          <a:xfrm>
            <a:off x="5806440" y="4617720"/>
            <a:ext cx="5836615" cy="822960"/>
          </a:xfrm>
          <a:prstGeom prst="rect">
            <a:avLst/>
          </a:prstGeom>
          <a:noFill/>
        </p:spPr>
        <p:txBody>
          <a:bodyPr wrap="square" anchor="ctr" lIns="0" rIns="0" tIns="0" bIns="0">
            <a:spAutoFit/>
          </a:bodyPr>
          <a:lstStyle/>
          <a:p>
            <a:pPr algn="l"/>
            <a:r>
              <a:rPr sz="1600" b="1" i="0">
                <a:solidFill>
                  <a:srgbClr val="151719"/>
                </a:solidFill>
                <a:latin typeface="Consolas"/>
              </a:rPr>
              <a:t>/grill-with-docs</a:t>
            </a:r>
            <a:r>
              <a:rPr sz="1600" b="1" i="0">
                <a:solidFill>
                  <a:srgbClr val="05C3DE"/>
                </a:solidFill>
                <a:latin typeface="Segoe UI"/>
              </a:rPr>
              <a:t>  →  </a:t>
            </a:r>
            <a:r>
              <a:rPr sz="1600" b="1" i="0">
                <a:solidFill>
                  <a:srgbClr val="151719"/>
                </a:solidFill>
                <a:latin typeface="Consolas"/>
              </a:rPr>
              <a:t>/to-spec</a:t>
            </a:r>
            <a:r>
              <a:rPr sz="1600" b="1" i="0">
                <a:solidFill>
                  <a:srgbClr val="05C3DE"/>
                </a:solidFill>
                <a:latin typeface="Segoe UI"/>
              </a:rPr>
              <a:t>  →  </a:t>
            </a:r>
            <a:r>
              <a:rPr sz="1600" b="1" i="0">
                <a:solidFill>
                  <a:srgbClr val="151719"/>
                </a:solidFill>
                <a:latin typeface="Consolas"/>
              </a:rPr>
              <a:t>/implement</a:t>
            </a:r>
          </a:p>
        </p:txBody>
      </p:sp>
      <p:cxnSp>
        <p:nvCxnSpPr>
          <p:cNvPr id="23" name="Connector 22"/>
          <p:cNvCxnSpPr/>
          <p:nvPr/>
        </p:nvCxnSpPr>
        <p:spPr>
          <a:xfrm>
            <a:off x="548640" y="5440680"/>
            <a:ext cx="11094415" cy="0"/>
          </a:xfrm>
          <a:prstGeom prst="line">
            <a:avLst/>
          </a:prstGeom>
          <a:ln w="12700">
            <a:solidFill>
              <a:srgbClr val="DDDAD2"/>
            </a:solidFill>
          </a:ln>
        </p:spPr>
        <p:style>
          <a:lnRef idx="2">
            <a:schemeClr val="accent1"/>
          </a:lnRef>
          <a:fillRef idx="0">
            <a:schemeClr val="accent1"/>
          </a:fillRef>
          <a:effectRef idx="1">
            <a:schemeClr val="accent1"/>
          </a:effectRef>
          <a:fontRef idx="minor">
            <a:schemeClr val="tx1"/>
          </a:fontRef>
        </p:style>
      </p:cxnSp>
      <p:sp>
        <p:nvSpPr>
          <p:cNvPr id="24" name="Product owner"/>
          <p:cNvSpPr/>
          <p:nvPr/>
        </p:nvSpPr>
        <p:spPr>
          <a:xfrm>
            <a:off x="548640" y="5669280"/>
            <a:ext cx="548640" cy="548640"/>
          </a:xfrm>
          <a:prstGeom prst="ellipse">
            <a:avLst/>
          </a:prstGeom>
          <a:solidFill>
            <a:srgbClr val="05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5669280"/>
            <a:ext cx="548640" cy="548640"/>
          </a:xfrm>
          <a:prstGeom prst="rect">
            <a:avLst/>
          </a:prstGeom>
          <a:noFill/>
        </p:spPr>
        <p:txBody>
          <a:bodyPr wrap="square" anchor="ctr" lIns="0" rIns="0" tIns="0" bIns="0">
            <a:spAutoFit/>
          </a:bodyPr>
          <a:lstStyle/>
          <a:p>
            <a:pPr algn="ctr"/>
            <a:r>
              <a:rPr sz="1500" b="1" i="0">
                <a:solidFill>
                  <a:srgbClr val="FFFFFF"/>
                </a:solidFill>
                <a:latin typeface="Segoe UI"/>
              </a:rPr>
              <a:t>PO</a:t>
            </a:r>
          </a:p>
        </p:txBody>
      </p:sp>
      <p:sp>
        <p:nvSpPr>
          <p:cNvPr id="26" name="TextBox 25"/>
          <p:cNvSpPr txBox="1"/>
          <p:nvPr/>
        </p:nvSpPr>
        <p:spPr>
          <a:xfrm>
            <a:off x="1325880" y="5669280"/>
            <a:ext cx="10058400" cy="548640"/>
          </a:xfrm>
          <a:prstGeom prst="rect">
            <a:avLst/>
          </a:prstGeom>
          <a:noFill/>
        </p:spPr>
        <p:txBody>
          <a:bodyPr wrap="square" anchor="ctr" lIns="0" rIns="0" tIns="0" bIns="0">
            <a:spAutoFit/>
          </a:bodyPr>
          <a:lstStyle/>
          <a:p>
            <a:pPr algn="l"/>
            <a:r>
              <a:rPr sz="2000" b="0" i="0">
                <a:solidFill>
                  <a:srgbClr val="555A5E"/>
                </a:solidFill>
                <a:latin typeface="Segoe UI"/>
              </a:rPr>
              <a:t>Every question for a human goes to a product-owner agent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02920"/>
            <a:ext cx="10972800" cy="274320"/>
          </a:xfrm>
          <a:prstGeom prst="rect">
            <a:avLst/>
          </a:prstGeom>
          <a:noFill/>
        </p:spPr>
        <p:txBody>
          <a:bodyPr wrap="square" anchor="t" lIns="0" rIns="0" tIns="0" bIns="0">
            <a:spAutoFit/>
          </a:bodyPr>
          <a:lstStyle/>
          <a:p>
            <a:pPr algn="l"/>
            <a:r>
              <a:rPr sz="1400" b="1" i="0">
                <a:solidFill>
                  <a:srgbClr val="05C3DE"/>
                </a:solidFill>
                <a:latin typeface="Segoe UI"/>
              </a:rPr>
              <a:t>02 · IMPLEMENT</a:t>
            </a:r>
          </a:p>
        </p:txBody>
      </p:sp>
      <p:sp>
        <p:nvSpPr>
          <p:cNvPr id="3" name="TextBox 2"/>
          <p:cNvSpPr txBox="1"/>
          <p:nvPr/>
        </p:nvSpPr>
        <p:spPr>
          <a:xfrm>
            <a:off x="548640" y="822960"/>
            <a:ext cx="10972800" cy="1097280"/>
          </a:xfrm>
          <a:prstGeom prst="rect">
            <a:avLst/>
          </a:prstGeom>
          <a:noFill/>
        </p:spPr>
        <p:txBody>
          <a:bodyPr wrap="square" anchor="t" lIns="0" rIns="0" tIns="0" bIns="0">
            <a:spAutoFit/>
          </a:bodyPr>
          <a:lstStyle/>
          <a:p>
            <a:pPr algn="l"/>
            <a:r>
              <a:rPr sz="3200" b="1" i="0">
                <a:solidFill>
                  <a:srgbClr val="151719"/>
                </a:solidFill>
                <a:latin typeface="Segoe UI"/>
              </a:rPr>
              <a:t>Most of what an agent reads is tool output it only needed one line of</a:t>
            </a:r>
          </a:p>
        </p:txBody>
      </p:sp>
      <p:sp>
        <p:nvSpPr>
          <p:cNvPr id="4" name="Tool output"/>
          <p:cNvSpPr/>
          <p:nvPr/>
        </p:nvSpPr>
        <p:spPr>
          <a:xfrm>
            <a:off x="548640" y="2240280"/>
            <a:ext cx="3566160" cy="2651760"/>
          </a:xfrm>
          <a:prstGeom prst="roundRect">
            <a:avLst>
              <a:gd name="adj" fmla="val 4000"/>
            </a:avLst>
          </a:prstGeom>
          <a:solidFill>
            <a:srgbClr val="25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377440"/>
            <a:ext cx="3200400" cy="2377440"/>
          </a:xfrm>
          <a:prstGeom prst="rect">
            <a:avLst/>
          </a:prstGeom>
          <a:noFill/>
        </p:spPr>
        <p:txBody>
          <a:bodyPr wrap="square" anchor="t" lIns="0" rIns="0" tIns="0" bIns="0">
            <a:spAutoFit/>
          </a:bodyPr>
          <a:lstStyle/>
          <a:p>
            <a:pPr algn="l"/>
            <a:r>
              <a:rPr sz="1100" b="0" i="0">
                <a:solidFill>
                  <a:srgbClr val="B9BEC2"/>
                </a:solidFill>
                <a:latin typeface="Consolas"/>
              </a:rPr>
              <a:t>$ npm run test:e2e</a:t>
            </a:r>
          </a:p>
          <a:p>
            <a:pPr algn="l"/>
            <a:r>
              <a:rPr sz="1100" b="0" i="0">
                <a:solidFill>
                  <a:srgbClr val="B9BEC2"/>
                </a:solidFill>
                <a:latin typeface="Consolas"/>
              </a:rPr>
              <a:t>Running 24 tests using 2 workers</a:t>
            </a:r>
          </a:p>
          <a:p>
            <a:pPr algn="l"/>
            <a:r>
              <a:rPr sz="1100" b="0" i="0">
                <a:solidFill>
                  <a:srgbClr val="B9BEC2"/>
                </a:solidFill>
                <a:latin typeface="Consolas"/>
              </a:rPr>
              <a:t>✓ players › joins with a name (412ms)</a:t>
            </a:r>
          </a:p>
          <a:p>
            <a:pPr algn="l"/>
            <a:r>
              <a:rPr sz="1100" b="0" i="0">
                <a:solidFill>
                  <a:srgbClr val="B9BEC2"/>
                </a:solidFill>
                <a:latin typeface="Consolas"/>
              </a:rPr>
              <a:t>✓ players › reconnects within 10 s (2.1s)</a:t>
            </a:r>
          </a:p>
          <a:p>
            <a:pPr algn="l"/>
            <a:r>
              <a:rPr sz="1100" b="0" i="0">
                <a:solidFill>
                  <a:srgbClr val="B9BEC2"/>
                </a:solidFill>
                <a:latin typeface="Consolas"/>
              </a:rPr>
              <a:t>✓ rounds › countdown starts (2.6s)</a:t>
            </a:r>
          </a:p>
          <a:p>
            <a:pPr algn="l"/>
            <a:r>
              <a:rPr sz="1100" b="0" i="0">
                <a:solidFill>
                  <a:srgbClr val="B9BEC2"/>
                </a:solidFill>
                <a:latin typeface="Consolas"/>
              </a:rPr>
              <a:t>✓ fighting › attack hits 25 (1.2s)</a:t>
            </a:r>
          </a:p>
          <a:p>
            <a:pPr algn="l"/>
            <a:r>
              <a:rPr sz="1100" b="0" i="0">
                <a:solidFill>
                  <a:srgbClr val="B9BEC2"/>
                </a:solidFill>
                <a:latin typeface="Consolas"/>
              </a:rPr>
              <a:t>✓ bot › joins a lone player (3.0s)</a:t>
            </a:r>
          </a:p>
          <a:p>
            <a:pPr algn="l"/>
            <a:r>
              <a:rPr sz="1100" b="0" i="0">
                <a:solidFill>
                  <a:srgbClr val="FB523C"/>
                </a:solidFill>
                <a:latin typeface="Consolas"/>
              </a:rPr>
              <a:t>✗ zone › shrinks every interval</a:t>
            </a:r>
          </a:p>
          <a:p>
            <a:pPr algn="l"/>
            <a:r>
              <a:rPr sz="1100" b="0" i="0">
                <a:solidFill>
                  <a:srgbClr val="FB523C"/>
                </a:solidFill>
                <a:latin typeface="Consolas"/>
              </a:rPr>
              <a:t>  expected 130, received 120</a:t>
            </a:r>
          </a:p>
          <a:p>
            <a:pPr algn="l"/>
            <a:r>
              <a:rPr sz="1100" b="0" i="0">
                <a:solidFill>
                  <a:srgbClr val="B9BEC2"/>
                </a:solidFill>
                <a:latin typeface="Consolas"/>
              </a:rPr>
              <a:t>✓ phone › buttons move (0.9s)</a:t>
            </a:r>
          </a:p>
          <a:p>
            <a:pPr algn="l"/>
            <a:r>
              <a:rPr sz="1100" b="0" i="0">
                <a:solidFill>
                  <a:srgbClr val="B9BEC2"/>
                </a:solidFill>
                <a:latin typeface="Consolas"/>
              </a:rPr>
              <a:t>… 412 more lines</a:t>
            </a:r>
          </a:p>
        </p:txBody>
      </p:sp>
      <p:sp>
        <p:nvSpPr>
          <p:cNvPr id="6" name="Fold"/>
          <p:cNvSpPr/>
          <p:nvPr/>
        </p:nvSpPr>
        <p:spPr>
          <a:xfrm rot="16200000">
            <a:off x="4434840" y="2880360"/>
            <a:ext cx="1371600" cy="1371600"/>
          </a:xfrm>
          <a:prstGeom prst="funnel">
            <a:avLst/>
          </a:prstGeom>
          <a:solidFill>
            <a:srgbClr val="DDDA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ight Arrow 6"/>
          <p:cNvSpPr/>
          <p:nvPr/>
        </p:nvSpPr>
        <p:spPr>
          <a:xfrm>
            <a:off x="5897880" y="3447288"/>
            <a:ext cx="274320" cy="237744"/>
          </a:xfrm>
          <a:prstGeom prst="rightArrow">
            <a:avLst/>
          </a:prstGeom>
          <a:solidFill>
            <a:srgbClr val="DDD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ne line"/>
          <p:cNvSpPr/>
          <p:nvPr/>
        </p:nvSpPr>
        <p:spPr>
          <a:xfrm>
            <a:off x="6309360" y="3291840"/>
            <a:ext cx="3200400" cy="548640"/>
          </a:xfrm>
          <a:prstGeom prst="roundRect">
            <a:avLst>
              <a:gd name="adj" fmla="val 15000"/>
            </a:avLst>
          </a:prstGeom>
          <a:solidFill>
            <a:srgbClr val="F6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3291840"/>
            <a:ext cx="3200400" cy="548640"/>
          </a:xfrm>
          <a:prstGeom prst="rect">
            <a:avLst/>
          </a:prstGeom>
          <a:noFill/>
        </p:spPr>
        <p:txBody>
          <a:bodyPr wrap="square" anchor="ctr" lIns="0" rIns="0" tIns="0" bIns="0">
            <a:spAutoFit/>
          </a:bodyPr>
          <a:lstStyle/>
          <a:p>
            <a:pPr algn="ctr"/>
            <a:r>
              <a:rPr sz="1300" b="0" i="0">
                <a:solidFill>
                  <a:srgbClr val="FB523C"/>
                </a:solidFill>
                <a:latin typeface="Consolas"/>
              </a:rPr>
              <a:t>✗ zone: expected 130, got 120</a:t>
            </a:r>
          </a:p>
        </p:txBody>
      </p:sp>
      <p:sp>
        <p:nvSpPr>
          <p:cNvPr id="10" name="Right Arrow 9"/>
          <p:cNvSpPr/>
          <p:nvPr/>
        </p:nvSpPr>
        <p:spPr>
          <a:xfrm>
            <a:off x="9646920" y="3447288"/>
            <a:ext cx="274320" cy="237744"/>
          </a:xfrm>
          <a:prstGeom prst="rightArrow">
            <a:avLst/>
          </a:prstGeom>
          <a:solidFill>
            <a:srgbClr val="DDD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odel"/>
          <p:cNvSpPr/>
          <p:nvPr/>
        </p:nvSpPr>
        <p:spPr>
          <a:xfrm>
            <a:off x="10058400" y="3063240"/>
            <a:ext cx="1581912" cy="1005840"/>
          </a:xfrm>
          <a:prstGeom prst="roundRect">
            <a:avLst>
              <a:gd name="adj" fmla="val 8000"/>
            </a:avLst>
          </a:prstGeom>
          <a:solidFill>
            <a:srgbClr val="1517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0" y="3063240"/>
            <a:ext cx="1581912" cy="1005840"/>
          </a:xfrm>
          <a:prstGeom prst="rect">
            <a:avLst/>
          </a:prstGeom>
          <a:noFill/>
        </p:spPr>
        <p:txBody>
          <a:bodyPr wrap="square" anchor="ctr" lIns="0" rIns="0" tIns="0" bIns="0">
            <a:spAutoFit/>
          </a:bodyPr>
          <a:lstStyle/>
          <a:p>
            <a:pPr algn="ctr"/>
            <a:r>
              <a:rPr sz="2000" b="1" i="0">
                <a:solidFill>
                  <a:srgbClr val="FFFFFF"/>
                </a:solidFill>
                <a:latin typeface="Segoe UI"/>
              </a:rPr>
              <a:t>model</a:t>
            </a:r>
          </a:p>
        </p:txBody>
      </p:sp>
      <p:cxnSp>
        <p:nvCxnSpPr>
          <p:cNvPr id="13" name="Connector 12"/>
          <p:cNvCxnSpPr/>
          <p:nvPr/>
        </p:nvCxnSpPr>
        <p:spPr>
          <a:xfrm>
            <a:off x="5120640" y="4343400"/>
            <a:ext cx="0" cy="594360"/>
          </a:xfrm>
          <a:prstGeom prst="line">
            <a:avLst/>
          </a:prstGeom>
          <a:ln w="15875">
            <a:solidFill>
              <a:srgbClr val="8A9095"/>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4" name="Archive"/>
          <p:cNvSpPr/>
          <p:nvPr/>
        </p:nvSpPr>
        <p:spPr>
          <a:xfrm>
            <a:off x="4617720" y="4983480"/>
            <a:ext cx="1005840" cy="868680"/>
          </a:xfrm>
          <a:prstGeom prst="can">
            <a:avLst/>
          </a:prstGeom>
          <a:solidFill>
            <a:srgbClr val="F6F5F1"/>
          </a:solidFill>
          <a:ln w="1587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06440" y="5029200"/>
            <a:ext cx="2377440" cy="822960"/>
          </a:xfrm>
          <a:prstGeom prst="rect">
            <a:avLst/>
          </a:prstGeom>
          <a:noFill/>
        </p:spPr>
        <p:txBody>
          <a:bodyPr wrap="square" anchor="ctr" lIns="0" rIns="0" tIns="0" bIns="0">
            <a:spAutoFit/>
          </a:bodyPr>
          <a:lstStyle/>
          <a:p>
            <a:pPr algn="l"/>
            <a:r>
              <a:rPr sz="1500" b="1" i="0">
                <a:solidFill>
                  <a:srgbClr val="151719"/>
                </a:solidFill>
                <a:latin typeface="Segoe UI"/>
              </a:rPr>
              <a:t>full log archived</a:t>
            </a:r>
          </a:p>
          <a:p>
            <a:pPr algn="l"/>
            <a:r>
              <a:rPr sz="1500" b="0" i="0">
                <a:solidFill>
                  <a:srgbClr val="555A5E"/>
                </a:solidFill>
                <a:latin typeface="Segoe UI"/>
              </a:rPr>
              <a:t>read back by ID</a:t>
            </a:r>
          </a:p>
        </p:txBody>
      </p:sp>
      <p:sp>
        <p:nvSpPr>
          <p:cNvPr id="16" name="TextBox 15"/>
          <p:cNvSpPr txBox="1"/>
          <p:nvPr/>
        </p:nvSpPr>
        <p:spPr>
          <a:xfrm>
            <a:off x="8229600" y="4800600"/>
            <a:ext cx="3410712" cy="731520"/>
          </a:xfrm>
          <a:prstGeom prst="rect">
            <a:avLst/>
          </a:prstGeom>
          <a:noFill/>
        </p:spPr>
        <p:txBody>
          <a:bodyPr wrap="square" anchor="t" lIns="0" rIns="0" tIns="0" bIns="0">
            <a:spAutoFit/>
          </a:bodyPr>
          <a:lstStyle/>
          <a:p>
            <a:pPr algn="r"/>
            <a:r>
              <a:rPr sz="4400" b="1" i="0">
                <a:solidFill>
                  <a:srgbClr val="05C3DE"/>
                </a:solidFill>
                <a:latin typeface="Segoe UI"/>
              </a:rPr>
              <a:t>331k → 76k</a:t>
            </a:r>
          </a:p>
        </p:txBody>
      </p:sp>
      <p:sp>
        <p:nvSpPr>
          <p:cNvPr id="17" name="TextBox 16"/>
          <p:cNvSpPr txBox="1"/>
          <p:nvPr/>
        </p:nvSpPr>
        <p:spPr>
          <a:xfrm>
            <a:off x="7315200" y="5532120"/>
            <a:ext cx="4325112" cy="365760"/>
          </a:xfrm>
          <a:prstGeom prst="rect">
            <a:avLst/>
          </a:prstGeom>
          <a:noFill/>
        </p:spPr>
        <p:txBody>
          <a:bodyPr wrap="square" anchor="t" lIns="0" rIns="0" tIns="0" bIns="0">
            <a:spAutoFit/>
          </a:bodyPr>
          <a:lstStyle/>
          <a:p>
            <a:pPr algn="r"/>
            <a:r>
              <a:rPr sz="1300" b="0" i="0">
                <a:solidFill>
                  <a:srgbClr val="8A9095"/>
                </a:solidFill>
                <a:latin typeface="Segoe UI"/>
              </a:rPr>
              <a:t>tokens per call, 30-step session, vendor’s figures</a:t>
            </a:r>
          </a:p>
        </p:txBody>
      </p:sp>
      <p:sp>
        <p:nvSpPr>
          <p:cNvPr id="18" name="TextBox 17"/>
          <p:cNvSpPr txBox="1"/>
          <p:nvPr/>
        </p:nvSpPr>
        <p:spPr>
          <a:xfrm>
            <a:off x="548640" y="6035040"/>
            <a:ext cx="5486400" cy="365760"/>
          </a:xfrm>
          <a:prstGeom prst="rect">
            <a:avLst/>
          </a:prstGeom>
          <a:noFill/>
        </p:spPr>
        <p:txBody>
          <a:bodyPr wrap="square" anchor="t" lIns="0" rIns="0" tIns="0" bIns="0">
            <a:spAutoFit/>
          </a:bodyPr>
          <a:lstStyle/>
          <a:p>
            <a:pPr algn="l"/>
            <a:r>
              <a:rPr sz="1800" b="1" i="0">
                <a:solidFill>
                  <a:srgbClr val="555A5E"/>
                </a:solidFill>
                <a:latin typeface="Segoe UI"/>
              </a:rPr>
              <a:t>context-mode.com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02920"/>
            <a:ext cx="10972800" cy="274320"/>
          </a:xfrm>
          <a:prstGeom prst="rect">
            <a:avLst/>
          </a:prstGeom>
          <a:noFill/>
        </p:spPr>
        <p:txBody>
          <a:bodyPr wrap="square" anchor="t" lIns="0" rIns="0" tIns="0" bIns="0">
            <a:spAutoFit/>
          </a:bodyPr>
          <a:lstStyle/>
          <a:p>
            <a:pPr algn="l"/>
            <a:r>
              <a:rPr sz="1400" b="1" i="0">
                <a:solidFill>
                  <a:srgbClr val="05C3DE"/>
                </a:solidFill>
                <a:latin typeface="Segoe UI"/>
              </a:rPr>
              <a:t>02 · IMPLEMENT</a:t>
            </a:r>
          </a:p>
        </p:txBody>
      </p:sp>
      <p:sp>
        <p:nvSpPr>
          <p:cNvPr id="3" name="TextBox 2"/>
          <p:cNvSpPr txBox="1"/>
          <p:nvPr/>
        </p:nvSpPr>
        <p:spPr>
          <a:xfrm>
            <a:off x="548640" y="822960"/>
            <a:ext cx="10972800" cy="1097280"/>
          </a:xfrm>
          <a:prstGeom prst="rect">
            <a:avLst/>
          </a:prstGeom>
          <a:noFill/>
        </p:spPr>
        <p:txBody>
          <a:bodyPr wrap="square" anchor="t" lIns="0" rIns="0" tIns="0" bIns="0">
            <a:spAutoFit/>
          </a:bodyPr>
          <a:lstStyle/>
          <a:p>
            <a:pPr algn="l"/>
            <a:r>
              <a:rPr sz="3200" b="1" i="0">
                <a:solidFill>
                  <a:srgbClr val="151719"/>
                </a:solidFill>
                <a:latin typeface="Segoe UI"/>
              </a:rPr>
              <a:t>An agent that can search the code understands it with far fewer tokens</a:t>
            </a:r>
          </a:p>
        </p:txBody>
      </p:sp>
      <p:sp>
        <p:nvSpPr>
          <p:cNvPr id="4" name="TextBox 3"/>
          <p:cNvSpPr txBox="1"/>
          <p:nvPr/>
        </p:nvSpPr>
        <p:spPr>
          <a:xfrm>
            <a:off x="548640" y="2011680"/>
            <a:ext cx="4572000" cy="457200"/>
          </a:xfrm>
          <a:prstGeom prst="rect">
            <a:avLst/>
          </a:prstGeom>
          <a:noFill/>
        </p:spPr>
        <p:txBody>
          <a:bodyPr wrap="square" anchor="t" lIns="0" rIns="0" tIns="0" bIns="0">
            <a:spAutoFit/>
          </a:bodyPr>
          <a:lstStyle/>
          <a:p>
            <a:pPr algn="l"/>
            <a:r>
              <a:rPr sz="2400" b="1" i="0">
                <a:solidFill>
                  <a:srgbClr val="151719"/>
                </a:solidFill>
                <a:latin typeface="Segoe UI"/>
              </a:rPr>
              <a:t>Reading</a:t>
            </a:r>
          </a:p>
        </p:txBody>
      </p:sp>
      <p:sp>
        <p:nvSpPr>
          <p:cNvPr id="5" name="File 1"/>
          <p:cNvSpPr/>
          <p:nvPr/>
        </p:nvSpPr>
        <p:spPr>
          <a:xfrm>
            <a:off x="548640" y="2697480"/>
            <a:ext cx="566928" cy="731520"/>
          </a:xfrm>
          <a:prstGeom prst="foldedCorner">
            <a:avLst/>
          </a:prstGeom>
          <a:solidFill>
            <a:srgbClr val="F6F5F1"/>
          </a:solidFill>
          <a:ln w="1587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ile 2"/>
          <p:cNvSpPr/>
          <p:nvPr/>
        </p:nvSpPr>
        <p:spPr>
          <a:xfrm>
            <a:off x="1325880" y="2697480"/>
            <a:ext cx="566928" cy="731520"/>
          </a:xfrm>
          <a:prstGeom prst="foldedCorner">
            <a:avLst/>
          </a:prstGeom>
          <a:solidFill>
            <a:srgbClr val="F6F5F1"/>
          </a:solidFill>
          <a:ln w="1587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ile 3"/>
          <p:cNvSpPr/>
          <p:nvPr/>
        </p:nvSpPr>
        <p:spPr>
          <a:xfrm>
            <a:off x="2103120" y="2697480"/>
            <a:ext cx="566928" cy="731520"/>
          </a:xfrm>
          <a:prstGeom prst="foldedCorner">
            <a:avLst/>
          </a:prstGeom>
          <a:solidFill>
            <a:srgbClr val="F6F5F1"/>
          </a:solidFill>
          <a:ln w="1587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ile 4"/>
          <p:cNvSpPr/>
          <p:nvPr/>
        </p:nvSpPr>
        <p:spPr>
          <a:xfrm>
            <a:off x="2880360" y="2697480"/>
            <a:ext cx="566928" cy="731520"/>
          </a:xfrm>
          <a:prstGeom prst="foldedCorner">
            <a:avLst/>
          </a:prstGeom>
          <a:solidFill>
            <a:srgbClr val="F6F5F1"/>
          </a:solidFill>
          <a:ln w="1587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ile 5"/>
          <p:cNvSpPr/>
          <p:nvPr/>
        </p:nvSpPr>
        <p:spPr>
          <a:xfrm>
            <a:off x="3657600" y="2697480"/>
            <a:ext cx="566928" cy="731520"/>
          </a:xfrm>
          <a:prstGeom prst="foldedCorner">
            <a:avLst/>
          </a:prstGeom>
          <a:solidFill>
            <a:srgbClr val="F6F5F1"/>
          </a:solidFill>
          <a:ln w="1587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ile 6"/>
          <p:cNvSpPr/>
          <p:nvPr/>
        </p:nvSpPr>
        <p:spPr>
          <a:xfrm>
            <a:off x="548640" y="3657600"/>
            <a:ext cx="566928" cy="731520"/>
          </a:xfrm>
          <a:prstGeom prst="foldedCorner">
            <a:avLst/>
          </a:prstGeom>
          <a:solidFill>
            <a:srgbClr val="F6F5F1"/>
          </a:solidFill>
          <a:ln w="1587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ile 7"/>
          <p:cNvSpPr/>
          <p:nvPr/>
        </p:nvSpPr>
        <p:spPr>
          <a:xfrm>
            <a:off x="1325880" y="3657600"/>
            <a:ext cx="566928" cy="731520"/>
          </a:xfrm>
          <a:prstGeom prst="foldedCorner">
            <a:avLst/>
          </a:prstGeom>
          <a:solidFill>
            <a:srgbClr val="F6F5F1"/>
          </a:solidFill>
          <a:ln w="1587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ile 8"/>
          <p:cNvSpPr/>
          <p:nvPr/>
        </p:nvSpPr>
        <p:spPr>
          <a:xfrm>
            <a:off x="2103120" y="3657600"/>
            <a:ext cx="566928" cy="731520"/>
          </a:xfrm>
          <a:prstGeom prst="foldedCorner">
            <a:avLst/>
          </a:prstGeom>
          <a:solidFill>
            <a:srgbClr val="F6F5F1"/>
          </a:solidFill>
          <a:ln w="1587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ile 9"/>
          <p:cNvSpPr/>
          <p:nvPr/>
        </p:nvSpPr>
        <p:spPr>
          <a:xfrm>
            <a:off x="2880360" y="3657600"/>
            <a:ext cx="566928" cy="731520"/>
          </a:xfrm>
          <a:prstGeom prst="foldedCorner">
            <a:avLst/>
          </a:prstGeom>
          <a:solidFill>
            <a:srgbClr val="F6F5F1"/>
          </a:solidFill>
          <a:ln w="1587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ile 10"/>
          <p:cNvSpPr/>
          <p:nvPr/>
        </p:nvSpPr>
        <p:spPr>
          <a:xfrm>
            <a:off x="3657600" y="3657600"/>
            <a:ext cx="566928" cy="731520"/>
          </a:xfrm>
          <a:prstGeom prst="foldedCorner">
            <a:avLst/>
          </a:prstGeom>
          <a:solidFill>
            <a:srgbClr val="F6F5F1"/>
          </a:solidFill>
          <a:ln w="1587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4663440"/>
            <a:ext cx="4114800" cy="365760"/>
          </a:xfrm>
          <a:prstGeom prst="rect">
            <a:avLst/>
          </a:prstGeom>
          <a:noFill/>
        </p:spPr>
        <p:txBody>
          <a:bodyPr wrap="square" anchor="t" lIns="0" rIns="0" tIns="0" bIns="0">
            <a:spAutoFit/>
          </a:bodyPr>
          <a:lstStyle/>
          <a:p>
            <a:pPr algn="l"/>
            <a:r>
              <a:rPr sz="1500" b="0" i="0">
                <a:solidFill>
                  <a:srgbClr val="555A5E"/>
                </a:solidFill>
                <a:latin typeface="Segoe UI"/>
              </a:rPr>
              <a:t>open, read, open the next one…</a:t>
            </a:r>
          </a:p>
        </p:txBody>
      </p:sp>
      <p:sp>
        <p:nvSpPr>
          <p:cNvPr id="16" name="Token meter"/>
          <p:cNvSpPr/>
          <p:nvPr/>
        </p:nvSpPr>
        <p:spPr>
          <a:xfrm>
            <a:off x="4846320" y="2514600"/>
            <a:ext cx="365760" cy="2286000"/>
          </a:xfrm>
          <a:prstGeom prst="roundRect">
            <a:avLst>
              <a:gd name="adj" fmla="val 20000"/>
            </a:avLst>
          </a:prstGeom>
          <a:noFill/>
          <a:ln w="1587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okens used"/>
          <p:cNvSpPr/>
          <p:nvPr/>
        </p:nvSpPr>
        <p:spPr>
          <a:xfrm>
            <a:off x="4846320" y="2697479"/>
            <a:ext cx="365760" cy="2103120"/>
          </a:xfrm>
          <a:prstGeom prst="roundRect">
            <a:avLst>
              <a:gd name="adj" fmla="val 20000"/>
            </a:avLst>
          </a:prstGeom>
          <a:solidFill>
            <a:srgbClr val="FB5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873752"/>
            <a:ext cx="914400" cy="274320"/>
          </a:xfrm>
          <a:prstGeom prst="rect">
            <a:avLst/>
          </a:prstGeom>
          <a:noFill/>
        </p:spPr>
        <p:txBody>
          <a:bodyPr wrap="square" anchor="t" lIns="0" rIns="0" tIns="0" bIns="0">
            <a:spAutoFit/>
          </a:bodyPr>
          <a:lstStyle/>
          <a:p>
            <a:pPr algn="ctr"/>
            <a:r>
              <a:rPr sz="1200" b="0" i="0">
                <a:solidFill>
                  <a:srgbClr val="8A9095"/>
                </a:solidFill>
                <a:latin typeface="Segoe UI"/>
              </a:rPr>
              <a:t>tokens</a:t>
            </a:r>
          </a:p>
        </p:txBody>
      </p:sp>
      <p:cxnSp>
        <p:nvCxnSpPr>
          <p:cNvPr id="19" name="Connector 18"/>
          <p:cNvCxnSpPr/>
          <p:nvPr/>
        </p:nvCxnSpPr>
        <p:spPr>
          <a:xfrm>
            <a:off x="6187287" y="2103120"/>
            <a:ext cx="0" cy="2834640"/>
          </a:xfrm>
          <a:prstGeom prst="line">
            <a:avLst/>
          </a:prstGeom>
          <a:ln w="15875">
            <a:solidFill>
              <a:srgbClr val="DDDAD2"/>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629400" y="2011680"/>
            <a:ext cx="4572000" cy="457200"/>
          </a:xfrm>
          <a:prstGeom prst="rect">
            <a:avLst/>
          </a:prstGeom>
          <a:noFill/>
        </p:spPr>
        <p:txBody>
          <a:bodyPr wrap="square" anchor="t" lIns="0" rIns="0" tIns="0" bIns="0">
            <a:spAutoFit/>
          </a:bodyPr>
          <a:lstStyle/>
          <a:p>
            <a:pPr algn="l"/>
            <a:r>
              <a:rPr sz="2400" b="1" i="0">
                <a:solidFill>
                  <a:srgbClr val="151719"/>
                </a:solidFill>
                <a:latin typeface="Segoe UI"/>
              </a:rPr>
              <a:t>Searching</a:t>
            </a:r>
          </a:p>
        </p:txBody>
      </p:sp>
      <p:sp>
        <p:nvSpPr>
          <p:cNvPr id="21" name="Query"/>
          <p:cNvSpPr/>
          <p:nvPr/>
        </p:nvSpPr>
        <p:spPr>
          <a:xfrm>
            <a:off x="6629400" y="2606040"/>
            <a:ext cx="3566160" cy="457200"/>
          </a:xfrm>
          <a:prstGeom prst="roundRect">
            <a:avLst>
              <a:gd name="adj" fmla="val 25000"/>
            </a:avLst>
          </a:prstGeom>
          <a:solidFill>
            <a:srgbClr val="F6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400" y="2606040"/>
            <a:ext cx="3566160" cy="457200"/>
          </a:xfrm>
          <a:prstGeom prst="rect">
            <a:avLst/>
          </a:prstGeom>
          <a:noFill/>
        </p:spPr>
        <p:txBody>
          <a:bodyPr wrap="square" anchor="ctr" lIns="0" rIns="0" tIns="0" bIns="0">
            <a:spAutoFit/>
          </a:bodyPr>
          <a:lstStyle/>
          <a:p>
            <a:pPr algn="ctr"/>
            <a:r>
              <a:rPr sz="1300" b="0" i="0">
                <a:solidFill>
                  <a:srgbClr val="151719"/>
                </a:solidFill>
                <a:latin typeface="Consolas"/>
              </a:rPr>
              <a:t>who calls joinRoom?</a:t>
            </a:r>
          </a:p>
        </p:txBody>
      </p:sp>
      <p:cxnSp>
        <p:nvCxnSpPr>
          <p:cNvPr id="23" name="Connector 22"/>
          <p:cNvCxnSpPr/>
          <p:nvPr/>
        </p:nvCxnSpPr>
        <p:spPr>
          <a:xfrm>
            <a:off x="8412480" y="3081528"/>
            <a:ext cx="0" cy="283464"/>
          </a:xfrm>
          <a:prstGeom prst="line">
            <a:avLst/>
          </a:prstGeom>
          <a:ln w="15875">
            <a:solidFill>
              <a:srgbClr val="8A9095"/>
            </a:solidFill>
            <a:tailEnd type="triangle"/>
          </a:ln>
        </p:spPr>
        <p:style>
          <a:lnRef idx="2">
            <a:schemeClr val="accent1"/>
          </a:lnRef>
          <a:fillRef idx="0">
            <a:schemeClr val="accent1"/>
          </a:fillRef>
          <a:effectRef idx="1">
            <a:schemeClr val="accent1"/>
          </a:effectRef>
          <a:fontRef idx="minor">
            <a:schemeClr val="tx1"/>
          </a:fontRef>
        </p:style>
      </p:cxnSp>
      <p:sp>
        <p:nvSpPr>
          <p:cNvPr id="24" name="Index"/>
          <p:cNvSpPr/>
          <p:nvPr/>
        </p:nvSpPr>
        <p:spPr>
          <a:xfrm>
            <a:off x="7498079" y="3383280"/>
            <a:ext cx="1828800" cy="777240"/>
          </a:xfrm>
          <a:prstGeom prst="can">
            <a:avLst/>
          </a:prstGeom>
          <a:solidFill>
            <a:srgbClr val="F6F5F1"/>
          </a:solidFill>
          <a:ln w="1587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79" y="3520440"/>
            <a:ext cx="1828800" cy="594360"/>
          </a:xfrm>
          <a:prstGeom prst="rect">
            <a:avLst/>
          </a:prstGeom>
          <a:noFill/>
        </p:spPr>
        <p:txBody>
          <a:bodyPr wrap="square" anchor="ctr" lIns="0" rIns="0" tIns="0" bIns="0">
            <a:spAutoFit/>
          </a:bodyPr>
          <a:lstStyle/>
          <a:p>
            <a:pPr algn="ctr"/>
            <a:r>
              <a:rPr sz="1200" b="0" i="0">
                <a:solidFill>
                  <a:srgbClr val="555A5E"/>
                </a:solidFill>
                <a:latin typeface="Segoe UI"/>
              </a:rPr>
              <a:t>index of every repo</a:t>
            </a:r>
          </a:p>
        </p:txBody>
      </p:sp>
      <p:cxnSp>
        <p:nvCxnSpPr>
          <p:cNvPr id="26" name="Connector 25"/>
          <p:cNvCxnSpPr/>
          <p:nvPr/>
        </p:nvCxnSpPr>
        <p:spPr>
          <a:xfrm>
            <a:off x="8412480" y="4178808"/>
            <a:ext cx="0" cy="210312"/>
          </a:xfrm>
          <a:prstGeom prst="line">
            <a:avLst/>
          </a:prstGeom>
          <a:ln w="15875">
            <a:solidFill>
              <a:srgbClr val="8A9095"/>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629400" y="4407408"/>
            <a:ext cx="3566160" cy="640080"/>
          </a:xfrm>
          <a:prstGeom prst="rect">
            <a:avLst/>
          </a:prstGeom>
          <a:noFill/>
        </p:spPr>
        <p:txBody>
          <a:bodyPr wrap="square" anchor="t" lIns="0" rIns="0" tIns="0" bIns="0">
            <a:spAutoFit/>
          </a:bodyPr>
          <a:lstStyle/>
          <a:p>
            <a:pPr algn="ctr"/>
            <a:r>
              <a:rPr sz="1100" b="0" i="0">
                <a:solidFill>
                  <a:srgbClr val="05C3DE"/>
                </a:solidFill>
                <a:latin typeface="Consolas"/>
              </a:rPr>
              <a:t>game/room.ts:42</a:t>
            </a:r>
          </a:p>
          <a:p>
            <a:pPr algn="ctr"/>
            <a:r>
              <a:rPr sz="1100" b="0" i="0">
                <a:solidFill>
                  <a:srgbClr val="05C3DE"/>
                </a:solidFill>
                <a:latin typeface="Consolas"/>
              </a:rPr>
              <a:t>lobby/api.ts:17</a:t>
            </a:r>
          </a:p>
          <a:p>
            <a:pPr algn="ctr"/>
            <a:r>
              <a:rPr sz="1100" b="0" i="0">
                <a:solidFill>
                  <a:srgbClr val="05C3DE"/>
                </a:solidFill>
                <a:latin typeface="Consolas"/>
              </a:rPr>
              <a:t>web/join.tsx:8</a:t>
            </a:r>
          </a:p>
        </p:txBody>
      </p:sp>
      <p:sp>
        <p:nvSpPr>
          <p:cNvPr id="28" name="Token meter"/>
          <p:cNvSpPr/>
          <p:nvPr/>
        </p:nvSpPr>
        <p:spPr>
          <a:xfrm>
            <a:off x="10881360" y="2514600"/>
            <a:ext cx="365760" cy="2286000"/>
          </a:xfrm>
          <a:prstGeom prst="roundRect">
            <a:avLst>
              <a:gd name="adj" fmla="val 20000"/>
            </a:avLst>
          </a:prstGeom>
          <a:noFill/>
          <a:ln w="1587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okens used"/>
          <p:cNvSpPr/>
          <p:nvPr/>
        </p:nvSpPr>
        <p:spPr>
          <a:xfrm>
            <a:off x="10881360" y="4389120"/>
            <a:ext cx="365760" cy="411479"/>
          </a:xfrm>
          <a:prstGeom prst="roundRect">
            <a:avLst>
              <a:gd name="adj" fmla="val 20000"/>
            </a:avLst>
          </a:prstGeom>
          <a:solidFill>
            <a:srgbClr val="05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607040" y="4873752"/>
            <a:ext cx="914400" cy="274320"/>
          </a:xfrm>
          <a:prstGeom prst="rect">
            <a:avLst/>
          </a:prstGeom>
          <a:noFill/>
        </p:spPr>
        <p:txBody>
          <a:bodyPr wrap="square" anchor="t" lIns="0" rIns="0" tIns="0" bIns="0">
            <a:spAutoFit/>
          </a:bodyPr>
          <a:lstStyle/>
          <a:p>
            <a:pPr algn="ctr"/>
            <a:r>
              <a:rPr sz="1200" b="0" i="0">
                <a:solidFill>
                  <a:srgbClr val="8A9095"/>
                </a:solidFill>
                <a:latin typeface="Segoe UI"/>
              </a:rPr>
              <a:t>tokens</a:t>
            </a:r>
          </a:p>
        </p:txBody>
      </p:sp>
      <p:sp>
        <p:nvSpPr>
          <p:cNvPr id="31" name="TextBox 30"/>
          <p:cNvSpPr txBox="1"/>
          <p:nvPr/>
        </p:nvSpPr>
        <p:spPr>
          <a:xfrm>
            <a:off x="548640" y="5349240"/>
            <a:ext cx="5394960" cy="914400"/>
          </a:xfrm>
          <a:prstGeom prst="rect">
            <a:avLst/>
          </a:prstGeom>
          <a:noFill/>
        </p:spPr>
        <p:txBody>
          <a:bodyPr wrap="square" anchor="t" lIns="0" rIns="0" tIns="0" bIns="0">
            <a:spAutoFit/>
          </a:bodyPr>
          <a:lstStyle/>
          <a:p>
            <a:pPr algn="l"/>
            <a:r>
              <a:rPr sz="2200" b="1" i="0">
                <a:solidFill>
                  <a:srgbClr val="151719"/>
                </a:solidFill>
                <a:latin typeface="Segoe UI"/>
              </a:rPr>
              <a:t>Sourcebot</a:t>
            </a:r>
          </a:p>
          <a:p>
            <a:pPr algn="l"/>
            <a:r>
              <a:rPr sz="1500" b="0" i="0">
                <a:solidFill>
                  <a:srgbClr val="555A5E"/>
                </a:solidFill>
                <a:latin typeface="Segoe UI"/>
              </a:rPr>
              <a:t>self-hosted code search, with an MCP server for your agent</a:t>
            </a:r>
          </a:p>
        </p:txBody>
      </p:sp>
      <p:sp>
        <p:nvSpPr>
          <p:cNvPr id="32" name="TextBox 31"/>
          <p:cNvSpPr txBox="1"/>
          <p:nvPr/>
        </p:nvSpPr>
        <p:spPr>
          <a:xfrm>
            <a:off x="6217920" y="5349240"/>
            <a:ext cx="5394960" cy="914400"/>
          </a:xfrm>
          <a:prstGeom prst="rect">
            <a:avLst/>
          </a:prstGeom>
          <a:noFill/>
        </p:spPr>
        <p:txBody>
          <a:bodyPr wrap="square" anchor="t" lIns="0" rIns="0" tIns="0" bIns="0">
            <a:spAutoFit/>
          </a:bodyPr>
          <a:lstStyle/>
          <a:p>
            <a:pPr algn="l"/>
            <a:r>
              <a:rPr sz="2200" b="1" i="0">
                <a:solidFill>
                  <a:srgbClr val="151719"/>
                </a:solidFill>
                <a:latin typeface="Segoe UI"/>
              </a:rPr>
              <a:t>Sourcegraph</a:t>
            </a:r>
          </a:p>
          <a:p>
            <a:pPr algn="l"/>
            <a:r>
              <a:rPr sz="1500" b="0" i="0">
                <a:solidFill>
                  <a:srgbClr val="555A5E"/>
                </a:solidFill>
                <a:latin typeface="Segoe UI"/>
              </a:rPr>
              <a:t>indexes every repo; MCP server with precise code intelligence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371600"/>
            <a:ext cx="7315200" cy="1463040"/>
          </a:xfrm>
          <a:prstGeom prst="rect">
            <a:avLst/>
          </a:prstGeom>
          <a:noFill/>
        </p:spPr>
        <p:txBody>
          <a:bodyPr wrap="square" anchor="t" lIns="0" rIns="0" tIns="0" bIns="0">
            <a:spAutoFit/>
          </a:bodyPr>
          <a:lstStyle/>
          <a:p>
            <a:pPr algn="l"/>
            <a:r>
              <a:rPr sz="12000" b="1" i="0">
                <a:solidFill>
                  <a:srgbClr val="7DECFC"/>
                </a:solidFill>
                <a:latin typeface="Segoe UI"/>
              </a:rPr>
              <a:t>03</a:t>
            </a:r>
          </a:p>
        </p:txBody>
      </p:sp>
      <p:sp>
        <p:nvSpPr>
          <p:cNvPr id="3" name="TextBox 2"/>
          <p:cNvSpPr txBox="1"/>
          <p:nvPr/>
        </p:nvSpPr>
        <p:spPr>
          <a:xfrm>
            <a:off x="548640" y="2834640"/>
            <a:ext cx="9144000" cy="1463040"/>
          </a:xfrm>
          <a:prstGeom prst="rect">
            <a:avLst/>
          </a:prstGeom>
          <a:noFill/>
        </p:spPr>
        <p:txBody>
          <a:bodyPr wrap="square" anchor="t" lIns="0" rIns="0" tIns="0" bIns="0">
            <a:spAutoFit/>
          </a:bodyPr>
          <a:lstStyle/>
          <a:p>
            <a:pPr algn="l"/>
            <a:r>
              <a:rPr sz="9600" b="1" i="0">
                <a:solidFill>
                  <a:srgbClr val="FFFFFF"/>
                </a:solidFill>
                <a:latin typeface="Segoe UI"/>
              </a:rPr>
              <a:t>QA</a:t>
            </a:r>
          </a:p>
        </p:txBody>
      </p:sp>
      <p:sp>
        <p:nvSpPr>
          <p:cNvPr id="4" name="TextBox 3"/>
          <p:cNvSpPr txBox="1"/>
          <p:nvPr/>
        </p:nvSpPr>
        <p:spPr>
          <a:xfrm>
            <a:off x="548640" y="4434840"/>
            <a:ext cx="9144000" cy="548640"/>
          </a:xfrm>
          <a:prstGeom prst="rect">
            <a:avLst/>
          </a:prstGeom>
          <a:noFill/>
        </p:spPr>
        <p:txBody>
          <a:bodyPr wrap="square" anchor="t" lIns="0" rIns="0" tIns="0" bIns="0">
            <a:spAutoFit/>
          </a:bodyPr>
          <a:lstStyle/>
          <a:p>
            <a:pPr algn="l"/>
            <a:r>
              <a:rPr sz="2800" b="0" i="0">
                <a:solidFill>
                  <a:srgbClr val="B9BEC2"/>
                </a:solidFill>
                <a:latin typeface="Segoe UI"/>
              </a:rPr>
              <a:t>Prove it works, with numbers rather than vibes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02920"/>
            <a:ext cx="10972800" cy="274320"/>
          </a:xfrm>
          <a:prstGeom prst="rect">
            <a:avLst/>
          </a:prstGeom>
          <a:noFill/>
        </p:spPr>
        <p:txBody>
          <a:bodyPr wrap="square" anchor="t" lIns="0" rIns="0" tIns="0" bIns="0">
            <a:spAutoFit/>
          </a:bodyPr>
          <a:lstStyle/>
          <a:p>
            <a:pPr algn="l"/>
            <a:r>
              <a:rPr sz="1400" b="1" i="0">
                <a:solidFill>
                  <a:srgbClr val="7DECFC"/>
                </a:solidFill>
                <a:latin typeface="Segoe UI"/>
              </a:rPr>
              <a:t>03 · QA</a:t>
            </a:r>
          </a:p>
        </p:txBody>
      </p:sp>
      <p:sp>
        <p:nvSpPr>
          <p:cNvPr id="3" name="TextBox 2"/>
          <p:cNvSpPr txBox="1"/>
          <p:nvPr/>
        </p:nvSpPr>
        <p:spPr>
          <a:xfrm>
            <a:off x="548640" y="2377440"/>
            <a:ext cx="7680960" cy="2194560"/>
          </a:xfrm>
          <a:prstGeom prst="rect">
            <a:avLst/>
          </a:prstGeom>
          <a:noFill/>
        </p:spPr>
        <p:txBody>
          <a:bodyPr wrap="square" anchor="ctr" lIns="0" rIns="0" tIns="0" bIns="0">
            <a:spAutoFit/>
          </a:bodyPr>
          <a:lstStyle/>
          <a:p>
            <a:pPr algn="l"/>
            <a:r>
              <a:rPr sz="5200" b="1" i="0">
                <a:solidFill>
                  <a:srgbClr val="FFFFFF"/>
                </a:solidFill>
                <a:latin typeface="Segoe UI"/>
              </a:rPr>
              <a:t>Code has become cheap, and our job is now </a:t>
            </a:r>
            <a:r>
              <a:rPr sz="5200" b="1" i="0">
                <a:solidFill>
                  <a:srgbClr val="7DECFC"/>
                </a:solidFill>
                <a:latin typeface="Segoe UI"/>
              </a:rPr>
              <a:t>verifying its quality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02920"/>
            <a:ext cx="10972800" cy="274320"/>
          </a:xfrm>
          <a:prstGeom prst="rect">
            <a:avLst/>
          </a:prstGeom>
          <a:noFill/>
        </p:spPr>
        <p:txBody>
          <a:bodyPr wrap="square" anchor="t" lIns="0" rIns="0" tIns="0" bIns="0">
            <a:spAutoFit/>
          </a:bodyPr>
          <a:lstStyle/>
          <a:p>
            <a:pPr algn="l"/>
            <a:r>
              <a:rPr sz="1400" b="1" i="0">
                <a:solidFill>
                  <a:srgbClr val="05C3DE"/>
                </a:solidFill>
                <a:latin typeface="Segoe UI"/>
              </a:rPr>
              <a:t>03 · QA</a:t>
            </a:r>
          </a:p>
        </p:txBody>
      </p:sp>
      <p:sp>
        <p:nvSpPr>
          <p:cNvPr id="3" name="TextBox 2"/>
          <p:cNvSpPr txBox="1"/>
          <p:nvPr/>
        </p:nvSpPr>
        <p:spPr>
          <a:xfrm>
            <a:off x="548640" y="1188720"/>
            <a:ext cx="7315200" cy="3474720"/>
          </a:xfrm>
          <a:prstGeom prst="rect">
            <a:avLst/>
          </a:prstGeom>
          <a:noFill/>
        </p:spPr>
        <p:txBody>
          <a:bodyPr wrap="square" anchor="ctr" lIns="0" rIns="0" tIns="0" bIns="0">
            <a:spAutoFit/>
          </a:bodyPr>
          <a:lstStyle/>
          <a:p>
            <a:pPr algn="l"/>
            <a:r>
              <a:rPr sz="24000" b="1" i="0">
                <a:solidFill>
                  <a:srgbClr val="151719"/>
                </a:solidFill>
                <a:latin typeface="Segoe UI"/>
              </a:rPr>
              <a:t>8%</a:t>
            </a:r>
          </a:p>
        </p:txBody>
      </p:sp>
      <p:sp>
        <p:nvSpPr>
          <p:cNvPr id="4" name="TextBox 3"/>
          <p:cNvSpPr txBox="1"/>
          <p:nvPr/>
        </p:nvSpPr>
        <p:spPr>
          <a:xfrm>
            <a:off x="685800" y="4800600"/>
            <a:ext cx="8229600" cy="822960"/>
          </a:xfrm>
          <a:prstGeom prst="rect">
            <a:avLst/>
          </a:prstGeom>
          <a:noFill/>
        </p:spPr>
        <p:txBody>
          <a:bodyPr wrap="square" anchor="t" lIns="0" rIns="0" tIns="0" bIns="0">
            <a:spAutoFit/>
          </a:bodyPr>
          <a:lstStyle/>
          <a:p>
            <a:pPr algn="l"/>
            <a:r>
              <a:rPr sz="2600" b="0" i="0">
                <a:solidFill>
                  <a:srgbClr val="555A5E"/>
                </a:solidFill>
                <a:latin typeface="Segoe UI"/>
              </a:rPr>
              <a:t>wrote tests first, before AI</a:t>
            </a:r>
          </a:p>
          <a:p>
            <a:pPr algn="l"/>
            <a:r>
              <a:rPr sz="1400" b="0" i="0">
                <a:solidFill>
                  <a:srgbClr val="8A9095"/>
                </a:solidFill>
                <a:latin typeface="Segoe UI"/>
              </a:rPr>
              <a:t>Diffblue developer survey, 2020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02920"/>
            <a:ext cx="10972800" cy="274320"/>
          </a:xfrm>
          <a:prstGeom prst="rect">
            <a:avLst/>
          </a:prstGeom>
          <a:noFill/>
        </p:spPr>
        <p:txBody>
          <a:bodyPr wrap="square" anchor="t" lIns="0" rIns="0" tIns="0" bIns="0">
            <a:spAutoFit/>
          </a:bodyPr>
          <a:lstStyle/>
          <a:p>
            <a:pPr algn="l"/>
            <a:r>
              <a:rPr sz="1400" b="1" i="0">
                <a:solidFill>
                  <a:srgbClr val="05C3DE"/>
                </a:solidFill>
                <a:latin typeface="Segoe UI"/>
              </a:rPr>
              <a:t>03 · QA</a:t>
            </a:r>
          </a:p>
        </p:txBody>
      </p:sp>
      <p:sp>
        <p:nvSpPr>
          <p:cNvPr id="3" name="Oval 2"/>
          <p:cNvSpPr/>
          <p:nvPr/>
        </p:nvSpPr>
        <p:spPr>
          <a:xfrm>
            <a:off x="548640" y="1874519"/>
            <a:ext cx="457200" cy="457200"/>
          </a:xfrm>
          <a:prstGeom prst="ellipse">
            <a:avLst/>
          </a:prstGeom>
          <a:solidFill>
            <a:srgbClr val="FB5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34440" y="1874519"/>
            <a:ext cx="457200" cy="457200"/>
          </a:xfrm>
          <a:prstGeom prst="ellipse">
            <a:avLst/>
          </a:prstGeom>
          <a:solidFill>
            <a:srgbClr val="05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331720"/>
            <a:ext cx="7863840" cy="2194560"/>
          </a:xfrm>
          <a:prstGeom prst="rect">
            <a:avLst/>
          </a:prstGeom>
          <a:noFill/>
        </p:spPr>
        <p:txBody>
          <a:bodyPr wrap="square" anchor="ctr" lIns="0" rIns="0" tIns="0" bIns="0">
            <a:spAutoFit/>
          </a:bodyPr>
          <a:lstStyle/>
          <a:p>
            <a:pPr algn="l"/>
            <a:r>
              <a:rPr sz="6000" b="1" i="0">
                <a:solidFill>
                  <a:srgbClr val="151719"/>
                </a:solidFill>
                <a:latin typeface="Segoe UI"/>
              </a:rPr>
              <a:t>“Use red/green TDD.”</a:t>
            </a:r>
          </a:p>
        </p:txBody>
      </p:sp>
      <p:sp>
        <p:nvSpPr>
          <p:cNvPr id="6" name="TextBox 5"/>
          <p:cNvSpPr txBox="1"/>
          <p:nvPr/>
        </p:nvSpPr>
        <p:spPr>
          <a:xfrm>
            <a:off x="548640" y="4572000"/>
            <a:ext cx="7315200" cy="457200"/>
          </a:xfrm>
          <a:prstGeom prst="rect">
            <a:avLst/>
          </a:prstGeom>
          <a:noFill/>
        </p:spPr>
        <p:txBody>
          <a:bodyPr wrap="square" anchor="t" lIns="0" rIns="0" tIns="0" bIns="0">
            <a:spAutoFit/>
          </a:bodyPr>
          <a:lstStyle/>
          <a:p>
            <a:pPr algn="l"/>
            <a:r>
              <a:rPr sz="2000" b="0" i="0">
                <a:solidFill>
                  <a:srgbClr val="555A5E"/>
                </a:solidFill>
                <a:latin typeface="Segoe UI"/>
              </a:rPr>
              <a:t>Simon Willison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02920"/>
            <a:ext cx="10972800" cy="822960"/>
          </a:xfrm>
          <a:prstGeom prst="rect">
            <a:avLst/>
          </a:prstGeom>
          <a:noFill/>
        </p:spPr>
        <p:txBody>
          <a:bodyPr wrap="square" anchor="t" lIns="0" rIns="0" tIns="0" bIns="0">
            <a:spAutoFit/>
          </a:bodyPr>
          <a:lstStyle/>
          <a:p>
            <a:pPr algn="l"/>
            <a:r>
              <a:rPr sz="4000" b="1" i="0">
                <a:solidFill>
                  <a:srgbClr val="151719"/>
                </a:solidFill>
                <a:latin typeface="Segoe UI"/>
              </a:rPr>
              <a:t>How do we know which one is better?</a:t>
            </a:r>
          </a:p>
        </p:txBody>
      </p:sp>
      <p:sp>
        <p:nvSpPr>
          <p:cNvPr id="3" name="Layer 1"/>
          <p:cNvSpPr/>
          <p:nvPr/>
        </p:nvSpPr>
        <p:spPr>
          <a:xfrm>
            <a:off x="548640" y="1600200"/>
            <a:ext cx="11094415" cy="960120"/>
          </a:xfrm>
          <a:prstGeom prst="roundRect">
            <a:avLst>
              <a:gd name="adj" fmla="val 8000"/>
            </a:avLst>
          </a:prstGeom>
          <a:solidFill>
            <a:srgbClr val="F6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heck.png"/>
          <p:cNvPicPr>
            <a:picLocks noChangeAspect="1"/>
          </p:cNvPicPr>
          <p:nvPr/>
        </p:nvPicPr>
        <p:blipFill>
          <a:blip r:embed="rId3"/>
          <a:stretch>
            <a:fillRect/>
          </a:stretch>
        </p:blipFill>
        <p:spPr>
          <a:xfrm>
            <a:off x="822959" y="1801368"/>
            <a:ext cx="566928" cy="566928"/>
          </a:xfrm>
          <a:prstGeom prst="rect">
            <a:avLst/>
          </a:prstGeom>
        </p:spPr>
      </p:pic>
      <p:sp>
        <p:nvSpPr>
          <p:cNvPr id="5" name="TextBox 4"/>
          <p:cNvSpPr txBox="1"/>
          <p:nvPr/>
        </p:nvSpPr>
        <p:spPr>
          <a:xfrm>
            <a:off x="1737360" y="1600200"/>
            <a:ext cx="5486400" cy="960120"/>
          </a:xfrm>
          <a:prstGeom prst="rect">
            <a:avLst/>
          </a:prstGeom>
          <a:noFill/>
        </p:spPr>
        <p:txBody>
          <a:bodyPr wrap="square" anchor="ctr" lIns="0" rIns="0" tIns="0" bIns="0">
            <a:spAutoFit/>
          </a:bodyPr>
          <a:lstStyle/>
          <a:p>
            <a:pPr algn="l"/>
            <a:r>
              <a:rPr sz="2400" b="1" i="0">
                <a:solidFill>
                  <a:srgbClr val="151719"/>
                </a:solidFill>
                <a:latin typeface="Segoe UI"/>
              </a:rPr>
              <a:t>Does it work?</a:t>
            </a:r>
          </a:p>
        </p:txBody>
      </p:sp>
      <p:sp>
        <p:nvSpPr>
          <p:cNvPr id="6" name="TextBox 5"/>
          <p:cNvSpPr txBox="1"/>
          <p:nvPr/>
        </p:nvSpPr>
        <p:spPr>
          <a:xfrm>
            <a:off x="7315200" y="1600200"/>
            <a:ext cx="4114800" cy="960120"/>
          </a:xfrm>
          <a:prstGeom prst="rect">
            <a:avLst/>
          </a:prstGeom>
          <a:noFill/>
        </p:spPr>
        <p:txBody>
          <a:bodyPr wrap="square" anchor="ctr" lIns="0" rIns="0" tIns="0" bIns="0">
            <a:spAutoFit/>
          </a:bodyPr>
          <a:lstStyle/>
          <a:p>
            <a:pPr algn="l"/>
            <a:r>
              <a:rPr sz="1800" b="0" i="0">
                <a:solidFill>
                  <a:srgbClr val="555A5E"/>
                </a:solidFill>
                <a:latin typeface="Segoe UI"/>
              </a:rPr>
              <a:t>its own Playwright tests, then the hidden suite</a:t>
            </a:r>
          </a:p>
        </p:txBody>
      </p:sp>
      <p:sp>
        <p:nvSpPr>
          <p:cNvPr id="7" name="Layer 2"/>
          <p:cNvSpPr/>
          <p:nvPr/>
        </p:nvSpPr>
        <p:spPr>
          <a:xfrm>
            <a:off x="548640" y="2788920"/>
            <a:ext cx="11094415" cy="960120"/>
          </a:xfrm>
          <a:prstGeom prst="roundRect">
            <a:avLst>
              <a:gd name="adj" fmla="val 8000"/>
            </a:avLst>
          </a:prstGeom>
          <a:solidFill>
            <a:srgbClr val="F6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ode.png"/>
          <p:cNvPicPr>
            <a:picLocks noChangeAspect="1"/>
          </p:cNvPicPr>
          <p:nvPr/>
        </p:nvPicPr>
        <p:blipFill>
          <a:blip r:embed="rId4"/>
          <a:stretch>
            <a:fillRect/>
          </a:stretch>
        </p:blipFill>
        <p:spPr>
          <a:xfrm>
            <a:off x="822959" y="2990088"/>
            <a:ext cx="566928" cy="566928"/>
          </a:xfrm>
          <a:prstGeom prst="rect">
            <a:avLst/>
          </a:prstGeom>
        </p:spPr>
      </p:pic>
      <p:sp>
        <p:nvSpPr>
          <p:cNvPr id="9" name="TextBox 8"/>
          <p:cNvSpPr txBox="1"/>
          <p:nvPr/>
        </p:nvSpPr>
        <p:spPr>
          <a:xfrm>
            <a:off x="1737360" y="2788920"/>
            <a:ext cx="5486400" cy="960120"/>
          </a:xfrm>
          <a:prstGeom prst="rect">
            <a:avLst/>
          </a:prstGeom>
          <a:noFill/>
        </p:spPr>
        <p:txBody>
          <a:bodyPr wrap="square" anchor="ctr" lIns="0" rIns="0" tIns="0" bIns="0">
            <a:spAutoFit/>
          </a:bodyPr>
          <a:lstStyle/>
          <a:p>
            <a:pPr algn="l"/>
            <a:r>
              <a:rPr sz="2400" b="1" i="0">
                <a:solidFill>
                  <a:srgbClr val="151719"/>
                </a:solidFill>
                <a:latin typeface="Segoe UI"/>
              </a:rPr>
              <a:t>Is the code any good?</a:t>
            </a:r>
          </a:p>
        </p:txBody>
      </p:sp>
      <p:sp>
        <p:nvSpPr>
          <p:cNvPr id="10" name="TextBox 9"/>
          <p:cNvSpPr txBox="1"/>
          <p:nvPr/>
        </p:nvSpPr>
        <p:spPr>
          <a:xfrm>
            <a:off x="7315200" y="2788920"/>
            <a:ext cx="4114800" cy="960120"/>
          </a:xfrm>
          <a:prstGeom prst="rect">
            <a:avLst/>
          </a:prstGeom>
          <a:noFill/>
        </p:spPr>
        <p:txBody>
          <a:bodyPr wrap="square" anchor="ctr" lIns="0" rIns="0" tIns="0" bIns="0">
            <a:spAutoFit/>
          </a:bodyPr>
          <a:lstStyle/>
          <a:p>
            <a:pPr algn="l"/>
            <a:r>
              <a:rPr sz="1800" b="0" i="0">
                <a:solidFill>
                  <a:srgbClr val="555A5E"/>
                </a:solidFill>
                <a:latin typeface="Segoe UI"/>
              </a:rPr>
              <a:t>same tools and config for all, plus mutation testing</a:t>
            </a:r>
          </a:p>
        </p:txBody>
      </p:sp>
      <p:sp>
        <p:nvSpPr>
          <p:cNvPr id="11" name="Layer 3"/>
          <p:cNvSpPr/>
          <p:nvPr/>
        </p:nvSpPr>
        <p:spPr>
          <a:xfrm>
            <a:off x="548640" y="3977639"/>
            <a:ext cx="11094415" cy="960120"/>
          </a:xfrm>
          <a:prstGeom prst="roundRect">
            <a:avLst>
              <a:gd name="adj" fmla="val 8000"/>
            </a:avLst>
          </a:prstGeom>
          <a:solidFill>
            <a:srgbClr val="F6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oins.png"/>
          <p:cNvPicPr>
            <a:picLocks noChangeAspect="1"/>
          </p:cNvPicPr>
          <p:nvPr/>
        </p:nvPicPr>
        <p:blipFill>
          <a:blip r:embed="rId5"/>
          <a:stretch>
            <a:fillRect/>
          </a:stretch>
        </p:blipFill>
        <p:spPr>
          <a:xfrm>
            <a:off x="822959" y="4178807"/>
            <a:ext cx="566928" cy="566928"/>
          </a:xfrm>
          <a:prstGeom prst="rect">
            <a:avLst/>
          </a:prstGeom>
        </p:spPr>
      </p:pic>
      <p:sp>
        <p:nvSpPr>
          <p:cNvPr id="13" name="TextBox 12"/>
          <p:cNvSpPr txBox="1"/>
          <p:nvPr/>
        </p:nvSpPr>
        <p:spPr>
          <a:xfrm>
            <a:off x="1737360" y="3977639"/>
            <a:ext cx="5486400" cy="960120"/>
          </a:xfrm>
          <a:prstGeom prst="rect">
            <a:avLst/>
          </a:prstGeom>
          <a:noFill/>
        </p:spPr>
        <p:txBody>
          <a:bodyPr wrap="square" anchor="ctr" lIns="0" rIns="0" tIns="0" bIns="0">
            <a:spAutoFit/>
          </a:bodyPr>
          <a:lstStyle/>
          <a:p>
            <a:pPr algn="l"/>
            <a:r>
              <a:rPr sz="2400" b="1" i="0">
                <a:solidFill>
                  <a:srgbClr val="151719"/>
                </a:solidFill>
                <a:latin typeface="Segoe UI"/>
              </a:rPr>
              <a:t>What did it cost?</a:t>
            </a:r>
          </a:p>
        </p:txBody>
      </p:sp>
      <p:sp>
        <p:nvSpPr>
          <p:cNvPr id="14" name="TextBox 13"/>
          <p:cNvSpPr txBox="1"/>
          <p:nvPr/>
        </p:nvSpPr>
        <p:spPr>
          <a:xfrm>
            <a:off x="7315200" y="3977639"/>
            <a:ext cx="4114800" cy="960120"/>
          </a:xfrm>
          <a:prstGeom prst="rect">
            <a:avLst/>
          </a:prstGeom>
          <a:noFill/>
        </p:spPr>
        <p:txBody>
          <a:bodyPr wrap="square" anchor="ctr" lIns="0" rIns="0" tIns="0" bIns="0">
            <a:spAutoFit/>
          </a:bodyPr>
          <a:lstStyle/>
          <a:p>
            <a:pPr algn="l"/>
            <a:r>
              <a:rPr sz="1800" b="0" i="0">
                <a:solidFill>
                  <a:srgbClr val="555A5E"/>
                </a:solidFill>
                <a:latin typeface="Segoe UI"/>
              </a:rPr>
              <a:t>tokens, dollars and minutes</a:t>
            </a:r>
          </a:p>
        </p:txBody>
      </p:sp>
      <p:sp>
        <p:nvSpPr>
          <p:cNvPr id="15" name="Layer 4"/>
          <p:cNvSpPr/>
          <p:nvPr/>
        </p:nvSpPr>
        <p:spPr>
          <a:xfrm>
            <a:off x="548640" y="5166360"/>
            <a:ext cx="11094415" cy="960120"/>
          </a:xfrm>
          <a:prstGeom prst="roundRect">
            <a:avLst>
              <a:gd name="adj" fmla="val 8000"/>
            </a:avLst>
          </a:prstGeom>
          <a:noFill/>
          <a:ln w="1587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bot.png"/>
          <p:cNvPicPr>
            <a:picLocks noChangeAspect="1"/>
          </p:cNvPicPr>
          <p:nvPr/>
        </p:nvPicPr>
        <p:blipFill>
          <a:blip r:embed="rId6"/>
          <a:stretch>
            <a:fillRect/>
          </a:stretch>
        </p:blipFill>
        <p:spPr>
          <a:xfrm>
            <a:off x="822959" y="5367528"/>
            <a:ext cx="566928" cy="566928"/>
          </a:xfrm>
          <a:prstGeom prst="rect">
            <a:avLst/>
          </a:prstGeom>
        </p:spPr>
      </p:pic>
      <p:sp>
        <p:nvSpPr>
          <p:cNvPr id="17" name="TextBox 16"/>
          <p:cNvSpPr txBox="1"/>
          <p:nvPr/>
        </p:nvSpPr>
        <p:spPr>
          <a:xfrm>
            <a:off x="1737360" y="5166360"/>
            <a:ext cx="5486400" cy="960120"/>
          </a:xfrm>
          <a:prstGeom prst="rect">
            <a:avLst/>
          </a:prstGeom>
          <a:noFill/>
        </p:spPr>
        <p:txBody>
          <a:bodyPr wrap="square" anchor="ctr" lIns="0" rIns="0" tIns="0" bIns="0">
            <a:spAutoFit/>
          </a:bodyPr>
          <a:lstStyle/>
          <a:p>
            <a:pPr algn="l"/>
            <a:r>
              <a:rPr sz="2400" b="1" i="0">
                <a:solidFill>
                  <a:srgbClr val="555A5E"/>
                </a:solidFill>
                <a:latin typeface="Segoe UI"/>
              </a:rPr>
              <a:t>What does an AI reviewer think?</a:t>
            </a:r>
          </a:p>
        </p:txBody>
      </p:sp>
      <p:sp>
        <p:nvSpPr>
          <p:cNvPr id="18" name="TextBox 17"/>
          <p:cNvSpPr txBox="1"/>
          <p:nvPr/>
        </p:nvSpPr>
        <p:spPr>
          <a:xfrm>
            <a:off x="7315200" y="5166360"/>
            <a:ext cx="4114800" cy="960120"/>
          </a:xfrm>
          <a:prstGeom prst="rect">
            <a:avLst/>
          </a:prstGeom>
          <a:noFill/>
        </p:spPr>
        <p:txBody>
          <a:bodyPr wrap="square" anchor="ctr" lIns="0" rIns="0" tIns="0" bIns="0">
            <a:spAutoFit/>
          </a:bodyPr>
          <a:lstStyle/>
          <a:p>
            <a:pPr algn="l"/>
            <a:r>
              <a:rPr sz="1800" b="0" i="0">
                <a:solidFill>
                  <a:srgbClr val="555A5E"/>
                </a:solidFill>
                <a:latin typeface="Segoe UI"/>
              </a:rPr>
              <a:t>blinded, a different model, and last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02920"/>
            <a:ext cx="10972800" cy="274320"/>
          </a:xfrm>
          <a:prstGeom prst="rect">
            <a:avLst/>
          </a:prstGeom>
          <a:noFill/>
        </p:spPr>
        <p:txBody>
          <a:bodyPr wrap="square" anchor="t" lIns="0" rIns="0" tIns="0" bIns="0">
            <a:spAutoFit/>
          </a:bodyPr>
          <a:lstStyle/>
          <a:p>
            <a:pPr algn="l"/>
            <a:r>
              <a:rPr sz="1400" b="1" i="0">
                <a:solidFill>
                  <a:srgbClr val="05C3DE"/>
                </a:solidFill>
                <a:latin typeface="Segoe UI"/>
              </a:rPr>
              <a:t>RESULT 1 · THINKING EFFORT</a:t>
            </a:r>
          </a:p>
        </p:txBody>
      </p:sp>
      <p:sp>
        <p:nvSpPr>
          <p:cNvPr id="3" name="TextBox 2"/>
          <p:cNvSpPr txBox="1"/>
          <p:nvPr/>
        </p:nvSpPr>
        <p:spPr>
          <a:xfrm>
            <a:off x="548640" y="822960"/>
            <a:ext cx="10972800" cy="822960"/>
          </a:xfrm>
          <a:prstGeom prst="rect">
            <a:avLst/>
          </a:prstGeom>
          <a:noFill/>
        </p:spPr>
        <p:txBody>
          <a:bodyPr wrap="square" anchor="t" lIns="0" rIns="0" tIns="0" bIns="0">
            <a:spAutoFit/>
          </a:bodyPr>
          <a:lstStyle/>
          <a:p>
            <a:pPr algn="l"/>
            <a:r>
              <a:rPr sz="4000" b="1" i="0">
                <a:solidFill>
                  <a:srgbClr val="151719"/>
                </a:solidFill>
                <a:latin typeface="Segoe UI"/>
              </a:rPr>
              <a:t>What did more thinking buy us?</a:t>
            </a:r>
          </a:p>
        </p:txBody>
      </p:sp>
      <p:sp>
        <p:nvSpPr>
          <p:cNvPr id="4" name="TextBox 3"/>
          <p:cNvSpPr txBox="1"/>
          <p:nvPr/>
        </p:nvSpPr>
        <p:spPr>
          <a:xfrm>
            <a:off x="5254691" y="1874519"/>
            <a:ext cx="1597091" cy="274320"/>
          </a:xfrm>
          <a:prstGeom prst="rect">
            <a:avLst/>
          </a:prstGeom>
          <a:noFill/>
        </p:spPr>
        <p:txBody>
          <a:bodyPr wrap="square" anchor="t" lIns="0" rIns="0" tIns="0" bIns="0">
            <a:spAutoFit/>
          </a:bodyPr>
          <a:lstStyle/>
          <a:p>
            <a:pPr algn="ctr"/>
            <a:r>
              <a:rPr sz="1200" b="1" i="0">
                <a:solidFill>
                  <a:srgbClr val="05C3DE"/>
                </a:solidFill>
                <a:latin typeface="Segoe UI"/>
              </a:rPr>
              <a:t>BASELINE</a:t>
            </a:r>
          </a:p>
        </p:txBody>
      </p:sp>
      <p:graphicFrame>
        <p:nvGraphicFramePr>
          <p:cNvPr id="5" name="Scorecard"/>
          <p:cNvGraphicFramePr>
            <a:graphicFrameLocks noGrp="1"/>
          </p:cNvGraphicFramePr>
          <p:nvPr/>
        </p:nvGraphicFramePr>
        <p:xfrm>
          <a:off x="548640" y="2194560"/>
          <a:ext cx="11094415" cy="3886200"/>
        </p:xfrm>
        <a:graphic>
          <a:graphicData uri="http://schemas.openxmlformats.org/drawingml/2006/table">
            <a:tbl>
              <a:tblPr firstRow="0" bandRow="0">
                <a:tableStyleId>{2D5ABB26-0587-4C30-8999-92F81FD0307C}</a:tableStyleId>
              </a:tblPr>
              <a:tblGrid>
                <a:gridCol w="3108960"/>
                <a:gridCol w="1597091"/>
                <a:gridCol w="1597091"/>
                <a:gridCol w="1597091"/>
                <a:gridCol w="1597091"/>
                <a:gridCol w="1597091"/>
              </a:tblGrid>
              <a:tr h="777240">
                <a:tc>
                  <a:txBody>
                    <a:bodyPr/>
                    <a:lstStyle/>
                    <a:p>
                      <a:pPr algn="l"/>
                      <a:r>
                        <a:rPr sz="1400" b="0">
                          <a:solidFill>
                            <a:srgbClr val="151719"/>
                          </a:solidFill>
                          <a:latin typeface="Segoe UI"/>
                        </a:rPr>
                        <a:t/>
                      </a:r>
                    </a:p>
                  </a:txBody>
                  <a:tcPr anchor="ctr" marL="0" marR="91440">
                    <a:lnL w="0">
                      <a:noFill/>
                    </a:lnL>
                    <a:lnR w="0">
                      <a:noFill/>
                    </a:lnR>
                    <a:lnT w="0">
                      <a:noFill/>
                    </a:lnT>
                    <a:lnB w="12700">
                      <a:solidFill>
                        <a:srgbClr val="DDDAD2"/>
                      </a:solidFill>
                    </a:lnB>
                    <a:noFill/>
                  </a:tcPr>
                </a:tc>
                <a:tc>
                  <a:txBody>
                    <a:bodyPr/>
                    <a:lstStyle/>
                    <a:p>
                      <a:pPr algn="ctr"/>
                      <a:r>
                        <a:rPr sz="1500" b="1">
                          <a:solidFill>
                            <a:srgbClr val="151719"/>
                          </a:solidFill>
                          <a:latin typeface="Segoe UI"/>
                        </a:rPr>
                        <a:t>raw-low</a:t>
                      </a:r>
                    </a:p>
                  </a:txBody>
                  <a:tcPr anchor="ctr" marL="91440" marR="91440">
                    <a:lnL w="0">
                      <a:noFill/>
                    </a:lnL>
                    <a:lnR w="0">
                      <a:noFill/>
                    </a:lnR>
                    <a:lnT w="0">
                      <a:noFill/>
                    </a:lnT>
                    <a:lnB w="12700">
                      <a:solidFill>
                        <a:srgbClr val="DDDAD2"/>
                      </a:solidFill>
                    </a:lnB>
                    <a:noFill/>
                  </a:tcPr>
                </a:tc>
                <a:tc>
                  <a:txBody>
                    <a:bodyPr/>
                    <a:lstStyle/>
                    <a:p>
                      <a:pPr algn="ctr"/>
                      <a:r>
                        <a:rPr sz="1500" b="1">
                          <a:solidFill>
                            <a:srgbClr val="151719"/>
                          </a:solidFill>
                          <a:latin typeface="Segoe UI"/>
                        </a:rPr>
                        <a:t>raw-med</a:t>
                      </a:r>
                    </a:p>
                  </a:txBody>
                  <a:tcPr anchor="ctr" marL="91440" marR="91440">
                    <a:lnL w="0">
                      <a:noFill/>
                    </a:lnL>
                    <a:lnR w="0">
                      <a:noFill/>
                    </a:lnR>
                    <a:lnT w="0">
                      <a:noFill/>
                    </a:lnT>
                    <a:lnB w="12700">
                      <a:solidFill>
                        <a:srgbClr val="DDDAD2"/>
                      </a:solidFill>
                    </a:lnB>
                    <a:noFill/>
                  </a:tcPr>
                </a:tc>
                <a:tc>
                  <a:txBody>
                    <a:bodyPr/>
                    <a:lstStyle/>
                    <a:p>
                      <a:pPr algn="ctr"/>
                      <a:r>
                        <a:rPr sz="1500" b="1">
                          <a:solidFill>
                            <a:srgbClr val="8A9095"/>
                          </a:solidFill>
                          <a:latin typeface="Segoe UI"/>
                        </a:rPr>
                        <a:t>ecc-med</a:t>
                      </a:r>
                    </a:p>
                  </a:txBody>
                  <a:tcPr anchor="ctr" marL="91440" marR="91440">
                    <a:lnL w="0">
                      <a:noFill/>
                    </a:lnL>
                    <a:lnR w="0">
                      <a:noFill/>
                    </a:lnR>
                    <a:lnT w="0">
                      <a:noFill/>
                    </a:lnT>
                    <a:lnB w="12700">
                      <a:solidFill>
                        <a:srgbClr val="DDDAD2"/>
                      </a:solidFill>
                    </a:lnB>
                    <a:noFill/>
                  </a:tcPr>
                </a:tc>
                <a:tc>
                  <a:txBody>
                    <a:bodyPr/>
                    <a:lstStyle/>
                    <a:p>
                      <a:pPr algn="ctr"/>
                      <a:r>
                        <a:rPr sz="1500" b="1">
                          <a:solidFill>
                            <a:srgbClr val="8A9095"/>
                          </a:solidFill>
                          <a:latin typeface="Segoe UI"/>
                        </a:rPr>
                        <a:t>firstmate-med</a:t>
                      </a:r>
                    </a:p>
                  </a:txBody>
                  <a:tcPr anchor="ctr" marL="91440" marR="91440">
                    <a:lnL w="0">
                      <a:noFill/>
                    </a:lnL>
                    <a:lnR w="0">
                      <a:noFill/>
                    </a:lnR>
                    <a:lnT w="0">
                      <a:noFill/>
                    </a:lnT>
                    <a:lnB w="12700">
                      <a:solidFill>
                        <a:srgbClr val="DDDAD2"/>
                      </a:solidFill>
                    </a:lnB>
                    <a:noFill/>
                  </a:tcPr>
                </a:tc>
                <a:tc>
                  <a:txBody>
                    <a:bodyPr/>
                    <a:lstStyle/>
                    <a:p>
                      <a:pPr algn="ctr"/>
                      <a:r>
                        <a:rPr sz="1500" b="1">
                          <a:solidFill>
                            <a:srgbClr val="8A9095"/>
                          </a:solidFill>
                          <a:latin typeface="Segoe UI"/>
                        </a:rPr>
                        <a:t>matt-med</a:t>
                      </a:r>
                    </a:p>
                  </a:txBody>
                  <a:tcPr anchor="ctr" marL="91440" marR="91440">
                    <a:lnL w="0">
                      <a:noFill/>
                    </a:lnL>
                    <a:lnR w="0">
                      <a:noFill/>
                    </a:lnR>
                    <a:lnT w="0">
                      <a:noFill/>
                    </a:lnT>
                    <a:lnB w="12700">
                      <a:solidFill>
                        <a:srgbClr val="DDDAD2"/>
                      </a:solidFill>
                    </a:lnB>
                    <a:noFill/>
                  </a:tcPr>
                </a:tc>
              </a:tr>
              <a:tr h="777240">
                <a:tc>
                  <a:txBody>
                    <a:bodyPr/>
                    <a:lstStyle/>
                    <a:p>
                      <a:pPr algn="l"/>
                      <a:r>
                        <a:rPr sz="2000" b="0">
                          <a:solidFill>
                            <a:srgbClr val="555A5E"/>
                          </a:solidFill>
                          <a:latin typeface="Segoe UI"/>
                        </a:rPr>
                        <a:t>Acceptance (hidden suite)</a:t>
                      </a:r>
                    </a:p>
                  </a:txBody>
                  <a:tcPr anchor="ctr" marL="0" marR="91440">
                    <a:lnL w="0">
                      <a:noFill/>
                    </a:lnL>
                    <a:lnR w="0">
                      <a:noFill/>
                    </a:lnR>
                    <a:lnT w="0">
                      <a:noFill/>
                    </a:lnT>
                    <a:lnB w="12700">
                      <a:solidFill>
                        <a:srgbClr val="DDDAD2"/>
                      </a:solidFill>
                    </a:lnB>
                    <a:noFill/>
                  </a:tcPr>
                </a:tc>
                <a:tc>
                  <a:txBody>
                    <a:bodyPr/>
                    <a:lstStyle/>
                    <a:p>
                      <a:pPr algn="ctr"/>
                      <a:r>
                        <a:rPr sz="2800" b="1">
                          <a:solidFill>
                            <a:srgbClr val="8A9095"/>
                          </a:solidFill>
                          <a:latin typeface="Segoe UI"/>
                        </a:rPr>
                        <a:t>—</a:t>
                      </a:r>
                    </a:p>
                  </a:txBody>
                  <a:tcPr anchor="ctr" marL="91440" marR="91440">
                    <a:lnL w="0">
                      <a:noFill/>
                    </a:lnL>
                    <a:lnR w="0">
                      <a:noFill/>
                    </a:lnR>
                    <a:lnT w="0">
                      <a:noFill/>
                    </a:lnT>
                    <a:lnB w="12700">
                      <a:solidFill>
                        <a:srgbClr val="DDDAD2"/>
                      </a:solidFill>
                    </a:lnB>
                    <a:noFill/>
                  </a:tcPr>
                </a:tc>
                <a:tc>
                  <a:txBody>
                    <a:bodyPr/>
                    <a:lstStyle/>
                    <a:p>
                      <a:pPr algn="ctr"/>
                      <a:r>
                        <a:rPr sz="2800" b="1">
                          <a:solidFill>
                            <a:srgbClr val="8A9095"/>
                          </a:solidFill>
                          <a:latin typeface="Segoe UI"/>
                        </a:rPr>
                        <a:t>—</a:t>
                      </a:r>
                    </a:p>
                  </a:txBody>
                  <a:tcPr anchor="ctr" marL="91440" marR="91440">
                    <a:lnL w="0">
                      <a:noFill/>
                    </a:lnL>
                    <a:lnR w="0">
                      <a:noFill/>
                    </a:lnR>
                    <a:lnT w="0">
                      <a:noFill/>
                    </a:lnT>
                    <a:lnB w="12700">
                      <a:solidFill>
                        <a:srgbClr val="DDDAD2"/>
                      </a:solidFill>
                    </a:lnB>
                    <a:noFill/>
                  </a:tcPr>
                </a:tc>
                <a:tc>
                  <a:txBody>
                    <a:bodyPr/>
                    <a:lstStyle/>
                    <a:p>
                      <a:pPr algn="ctr"/>
                      <a:r>
                        <a:rPr sz="2800" b="1">
                          <a:solidFill>
                            <a:srgbClr val="DDDAD2"/>
                          </a:solidFill>
                          <a:latin typeface="Segoe UI"/>
                        </a:rPr>
                        <a:t>—</a:t>
                      </a:r>
                    </a:p>
                  </a:txBody>
                  <a:tcPr anchor="ctr" marL="91440" marR="91440">
                    <a:lnL w="0">
                      <a:noFill/>
                    </a:lnL>
                    <a:lnR w="0">
                      <a:noFill/>
                    </a:lnR>
                    <a:lnT w="0">
                      <a:noFill/>
                    </a:lnT>
                    <a:lnB w="12700">
                      <a:solidFill>
                        <a:srgbClr val="DDDAD2"/>
                      </a:solidFill>
                    </a:lnB>
                    <a:noFill/>
                  </a:tcPr>
                </a:tc>
                <a:tc>
                  <a:txBody>
                    <a:bodyPr/>
                    <a:lstStyle/>
                    <a:p>
                      <a:pPr algn="ctr"/>
                      <a:r>
                        <a:rPr sz="2800" b="1">
                          <a:solidFill>
                            <a:srgbClr val="DDDAD2"/>
                          </a:solidFill>
                          <a:latin typeface="Segoe UI"/>
                        </a:rPr>
                        <a:t>—</a:t>
                      </a:r>
                    </a:p>
                  </a:txBody>
                  <a:tcPr anchor="ctr" marL="91440" marR="91440">
                    <a:lnL w="0">
                      <a:noFill/>
                    </a:lnL>
                    <a:lnR w="0">
                      <a:noFill/>
                    </a:lnR>
                    <a:lnT w="0">
                      <a:noFill/>
                    </a:lnT>
                    <a:lnB w="12700">
                      <a:solidFill>
                        <a:srgbClr val="DDDAD2"/>
                      </a:solidFill>
                    </a:lnB>
                    <a:noFill/>
                  </a:tcPr>
                </a:tc>
                <a:tc>
                  <a:txBody>
                    <a:bodyPr/>
                    <a:lstStyle/>
                    <a:p>
                      <a:pPr algn="ctr"/>
                      <a:r>
                        <a:rPr sz="2800" b="1">
                          <a:solidFill>
                            <a:srgbClr val="DDDAD2"/>
                          </a:solidFill>
                          <a:latin typeface="Segoe UI"/>
                        </a:rPr>
                        <a:t>—</a:t>
                      </a:r>
                    </a:p>
                  </a:txBody>
                  <a:tcPr anchor="ctr" marL="91440" marR="91440">
                    <a:lnL w="0">
                      <a:noFill/>
                    </a:lnL>
                    <a:lnR w="0">
                      <a:noFill/>
                    </a:lnR>
                    <a:lnT w="0">
                      <a:noFill/>
                    </a:lnT>
                    <a:lnB w="12700">
                      <a:solidFill>
                        <a:srgbClr val="DDDAD2"/>
                      </a:solidFill>
                    </a:lnB>
                    <a:noFill/>
                  </a:tcPr>
                </a:tc>
              </a:tr>
              <a:tr h="777240">
                <a:tc>
                  <a:txBody>
                    <a:bodyPr/>
                    <a:lstStyle/>
                    <a:p>
                      <a:pPr algn="l"/>
                      <a:r>
                        <a:rPr sz="2000" b="0">
                          <a:solidFill>
                            <a:srgbClr val="555A5E"/>
                          </a:solidFill>
                          <a:latin typeface="Segoe UI"/>
                        </a:rPr>
                        <a:t>Mutation score</a:t>
                      </a:r>
                    </a:p>
                  </a:txBody>
                  <a:tcPr anchor="ctr" marL="0" marR="91440">
                    <a:lnL w="0">
                      <a:noFill/>
                    </a:lnL>
                    <a:lnR w="0">
                      <a:noFill/>
                    </a:lnR>
                    <a:lnT w="0">
                      <a:noFill/>
                    </a:lnT>
                    <a:lnB w="12700">
                      <a:solidFill>
                        <a:srgbClr val="DDDAD2"/>
                      </a:solidFill>
                    </a:lnB>
                    <a:noFill/>
                  </a:tcPr>
                </a:tc>
                <a:tc>
                  <a:txBody>
                    <a:bodyPr/>
                    <a:lstStyle/>
                    <a:p>
                      <a:pPr algn="ctr"/>
                      <a:r>
                        <a:rPr sz="2800" b="1">
                          <a:solidFill>
                            <a:srgbClr val="8A9095"/>
                          </a:solidFill>
                          <a:latin typeface="Segoe UI"/>
                        </a:rPr>
                        <a:t>—</a:t>
                      </a:r>
                    </a:p>
                  </a:txBody>
                  <a:tcPr anchor="ctr" marL="91440" marR="91440">
                    <a:lnL w="0">
                      <a:noFill/>
                    </a:lnL>
                    <a:lnR w="0">
                      <a:noFill/>
                    </a:lnR>
                    <a:lnT w="0">
                      <a:noFill/>
                    </a:lnT>
                    <a:lnB w="12700">
                      <a:solidFill>
                        <a:srgbClr val="DDDAD2"/>
                      </a:solidFill>
                    </a:lnB>
                    <a:noFill/>
                  </a:tcPr>
                </a:tc>
                <a:tc>
                  <a:txBody>
                    <a:bodyPr/>
                    <a:lstStyle/>
                    <a:p>
                      <a:pPr algn="ctr"/>
                      <a:r>
                        <a:rPr sz="2800" b="1">
                          <a:solidFill>
                            <a:srgbClr val="8A9095"/>
                          </a:solidFill>
                          <a:latin typeface="Segoe UI"/>
                        </a:rPr>
                        <a:t>—</a:t>
                      </a:r>
                    </a:p>
                  </a:txBody>
                  <a:tcPr anchor="ctr" marL="91440" marR="91440">
                    <a:lnL w="0">
                      <a:noFill/>
                    </a:lnL>
                    <a:lnR w="0">
                      <a:noFill/>
                    </a:lnR>
                    <a:lnT w="0">
                      <a:noFill/>
                    </a:lnT>
                    <a:lnB w="12700">
                      <a:solidFill>
                        <a:srgbClr val="DDDAD2"/>
                      </a:solidFill>
                    </a:lnB>
                    <a:noFill/>
                  </a:tcPr>
                </a:tc>
                <a:tc>
                  <a:txBody>
                    <a:bodyPr/>
                    <a:lstStyle/>
                    <a:p>
                      <a:pPr algn="ctr"/>
                      <a:r>
                        <a:rPr sz="2800" b="1">
                          <a:solidFill>
                            <a:srgbClr val="DDDAD2"/>
                          </a:solidFill>
                          <a:latin typeface="Segoe UI"/>
                        </a:rPr>
                        <a:t>—</a:t>
                      </a:r>
                    </a:p>
                  </a:txBody>
                  <a:tcPr anchor="ctr" marL="91440" marR="91440">
                    <a:lnL w="0">
                      <a:noFill/>
                    </a:lnL>
                    <a:lnR w="0">
                      <a:noFill/>
                    </a:lnR>
                    <a:lnT w="0">
                      <a:noFill/>
                    </a:lnT>
                    <a:lnB w="12700">
                      <a:solidFill>
                        <a:srgbClr val="DDDAD2"/>
                      </a:solidFill>
                    </a:lnB>
                    <a:noFill/>
                  </a:tcPr>
                </a:tc>
                <a:tc>
                  <a:txBody>
                    <a:bodyPr/>
                    <a:lstStyle/>
                    <a:p>
                      <a:pPr algn="ctr"/>
                      <a:r>
                        <a:rPr sz="2800" b="1">
                          <a:solidFill>
                            <a:srgbClr val="DDDAD2"/>
                          </a:solidFill>
                          <a:latin typeface="Segoe UI"/>
                        </a:rPr>
                        <a:t>—</a:t>
                      </a:r>
                    </a:p>
                  </a:txBody>
                  <a:tcPr anchor="ctr" marL="91440" marR="91440">
                    <a:lnL w="0">
                      <a:noFill/>
                    </a:lnL>
                    <a:lnR w="0">
                      <a:noFill/>
                    </a:lnR>
                    <a:lnT w="0">
                      <a:noFill/>
                    </a:lnT>
                    <a:lnB w="12700">
                      <a:solidFill>
                        <a:srgbClr val="DDDAD2"/>
                      </a:solidFill>
                    </a:lnB>
                    <a:noFill/>
                  </a:tcPr>
                </a:tc>
                <a:tc>
                  <a:txBody>
                    <a:bodyPr/>
                    <a:lstStyle/>
                    <a:p>
                      <a:pPr algn="ctr"/>
                      <a:r>
                        <a:rPr sz="2800" b="1">
                          <a:solidFill>
                            <a:srgbClr val="DDDAD2"/>
                          </a:solidFill>
                          <a:latin typeface="Segoe UI"/>
                        </a:rPr>
                        <a:t>—</a:t>
                      </a:r>
                    </a:p>
                  </a:txBody>
                  <a:tcPr anchor="ctr" marL="91440" marR="91440">
                    <a:lnL w="0">
                      <a:noFill/>
                    </a:lnL>
                    <a:lnR w="0">
                      <a:noFill/>
                    </a:lnR>
                    <a:lnT w="0">
                      <a:noFill/>
                    </a:lnT>
                    <a:lnB w="12700">
                      <a:solidFill>
                        <a:srgbClr val="DDDAD2"/>
                      </a:solidFill>
                    </a:lnB>
                    <a:noFill/>
                  </a:tcPr>
                </a:tc>
              </a:tr>
              <a:tr h="777240">
                <a:tc>
                  <a:txBody>
                    <a:bodyPr/>
                    <a:lstStyle/>
                    <a:p>
                      <a:pPr algn="l"/>
                      <a:r>
                        <a:rPr sz="2000" b="0">
                          <a:solidFill>
                            <a:srgbClr val="555A5E"/>
                          </a:solidFill>
                          <a:latin typeface="Segoe UI"/>
                        </a:rPr>
                        <a:t>Cost</a:t>
                      </a:r>
                    </a:p>
                  </a:txBody>
                  <a:tcPr anchor="ctr" marL="0" marR="91440">
                    <a:lnL w="0">
                      <a:noFill/>
                    </a:lnL>
                    <a:lnR w="0">
                      <a:noFill/>
                    </a:lnR>
                    <a:lnT w="0">
                      <a:noFill/>
                    </a:lnT>
                    <a:lnB w="12700">
                      <a:solidFill>
                        <a:srgbClr val="DDDAD2"/>
                      </a:solidFill>
                    </a:lnB>
                    <a:noFill/>
                  </a:tcPr>
                </a:tc>
                <a:tc>
                  <a:txBody>
                    <a:bodyPr/>
                    <a:lstStyle/>
                    <a:p>
                      <a:pPr algn="ctr"/>
                      <a:r>
                        <a:rPr sz="2800" b="1">
                          <a:solidFill>
                            <a:srgbClr val="8A9095"/>
                          </a:solidFill>
                          <a:latin typeface="Segoe UI"/>
                        </a:rPr>
                        <a:t>—</a:t>
                      </a:r>
                    </a:p>
                  </a:txBody>
                  <a:tcPr anchor="ctr" marL="91440" marR="91440">
                    <a:lnL w="0">
                      <a:noFill/>
                    </a:lnL>
                    <a:lnR w="0">
                      <a:noFill/>
                    </a:lnR>
                    <a:lnT w="0">
                      <a:noFill/>
                    </a:lnT>
                    <a:lnB w="12700">
                      <a:solidFill>
                        <a:srgbClr val="DDDAD2"/>
                      </a:solidFill>
                    </a:lnB>
                    <a:noFill/>
                  </a:tcPr>
                </a:tc>
                <a:tc>
                  <a:txBody>
                    <a:bodyPr/>
                    <a:lstStyle/>
                    <a:p>
                      <a:pPr algn="ctr"/>
                      <a:r>
                        <a:rPr sz="2800" b="1">
                          <a:solidFill>
                            <a:srgbClr val="8A9095"/>
                          </a:solidFill>
                          <a:latin typeface="Segoe UI"/>
                        </a:rPr>
                        <a:t>—</a:t>
                      </a:r>
                    </a:p>
                  </a:txBody>
                  <a:tcPr anchor="ctr" marL="91440" marR="91440">
                    <a:lnL w="0">
                      <a:noFill/>
                    </a:lnL>
                    <a:lnR w="0">
                      <a:noFill/>
                    </a:lnR>
                    <a:lnT w="0">
                      <a:noFill/>
                    </a:lnT>
                    <a:lnB w="12700">
                      <a:solidFill>
                        <a:srgbClr val="DDDAD2"/>
                      </a:solidFill>
                    </a:lnB>
                    <a:noFill/>
                  </a:tcPr>
                </a:tc>
                <a:tc>
                  <a:txBody>
                    <a:bodyPr/>
                    <a:lstStyle/>
                    <a:p>
                      <a:pPr algn="ctr"/>
                      <a:r>
                        <a:rPr sz="2800" b="1">
                          <a:solidFill>
                            <a:srgbClr val="DDDAD2"/>
                          </a:solidFill>
                          <a:latin typeface="Segoe UI"/>
                        </a:rPr>
                        <a:t>—</a:t>
                      </a:r>
                    </a:p>
                  </a:txBody>
                  <a:tcPr anchor="ctr" marL="91440" marR="91440">
                    <a:lnL w="0">
                      <a:noFill/>
                    </a:lnL>
                    <a:lnR w="0">
                      <a:noFill/>
                    </a:lnR>
                    <a:lnT w="0">
                      <a:noFill/>
                    </a:lnT>
                    <a:lnB w="12700">
                      <a:solidFill>
                        <a:srgbClr val="DDDAD2"/>
                      </a:solidFill>
                    </a:lnB>
                    <a:noFill/>
                  </a:tcPr>
                </a:tc>
                <a:tc>
                  <a:txBody>
                    <a:bodyPr/>
                    <a:lstStyle/>
                    <a:p>
                      <a:pPr algn="ctr"/>
                      <a:r>
                        <a:rPr sz="2800" b="1">
                          <a:solidFill>
                            <a:srgbClr val="DDDAD2"/>
                          </a:solidFill>
                          <a:latin typeface="Segoe UI"/>
                        </a:rPr>
                        <a:t>—</a:t>
                      </a:r>
                    </a:p>
                  </a:txBody>
                  <a:tcPr anchor="ctr" marL="91440" marR="91440">
                    <a:lnL w="0">
                      <a:noFill/>
                    </a:lnL>
                    <a:lnR w="0">
                      <a:noFill/>
                    </a:lnR>
                    <a:lnT w="0">
                      <a:noFill/>
                    </a:lnT>
                    <a:lnB w="12700">
                      <a:solidFill>
                        <a:srgbClr val="DDDAD2"/>
                      </a:solidFill>
                    </a:lnB>
                    <a:noFill/>
                  </a:tcPr>
                </a:tc>
                <a:tc>
                  <a:txBody>
                    <a:bodyPr/>
                    <a:lstStyle/>
                    <a:p>
                      <a:pPr algn="ctr"/>
                      <a:r>
                        <a:rPr sz="2800" b="1">
                          <a:solidFill>
                            <a:srgbClr val="DDDAD2"/>
                          </a:solidFill>
                          <a:latin typeface="Segoe UI"/>
                        </a:rPr>
                        <a:t>—</a:t>
                      </a:r>
                    </a:p>
                  </a:txBody>
                  <a:tcPr anchor="ctr" marL="91440" marR="91440">
                    <a:lnL w="0">
                      <a:noFill/>
                    </a:lnL>
                    <a:lnR w="0">
                      <a:noFill/>
                    </a:lnR>
                    <a:lnT w="0">
                      <a:noFill/>
                    </a:lnT>
                    <a:lnB w="12700">
                      <a:solidFill>
                        <a:srgbClr val="DDDAD2"/>
                      </a:solidFill>
                    </a:lnB>
                    <a:noFill/>
                  </a:tcPr>
                </a:tc>
              </a:tr>
              <a:tr h="777240">
                <a:tc>
                  <a:txBody>
                    <a:bodyPr/>
                    <a:lstStyle/>
                    <a:p>
                      <a:pPr algn="l"/>
                      <a:r>
                        <a:rPr sz="2000" b="0">
                          <a:solidFill>
                            <a:srgbClr val="555A5E"/>
                          </a:solidFill>
                          <a:latin typeface="Segoe UI"/>
                        </a:rPr>
                        <a:t>Minutes</a:t>
                      </a:r>
                    </a:p>
                  </a:txBody>
                  <a:tcPr anchor="ctr" marL="0" marR="91440">
                    <a:lnL w="0">
                      <a:noFill/>
                    </a:lnL>
                    <a:lnR w="0">
                      <a:noFill/>
                    </a:lnR>
                    <a:lnT w="0">
                      <a:noFill/>
                    </a:lnT>
                    <a:lnB w="12700">
                      <a:solidFill>
                        <a:srgbClr val="DDDAD2"/>
                      </a:solidFill>
                    </a:lnB>
                    <a:noFill/>
                  </a:tcPr>
                </a:tc>
                <a:tc>
                  <a:txBody>
                    <a:bodyPr/>
                    <a:lstStyle/>
                    <a:p>
                      <a:pPr algn="ctr"/>
                      <a:r>
                        <a:rPr sz="2800" b="1">
                          <a:solidFill>
                            <a:srgbClr val="8A9095"/>
                          </a:solidFill>
                          <a:latin typeface="Segoe UI"/>
                        </a:rPr>
                        <a:t>—</a:t>
                      </a:r>
                    </a:p>
                  </a:txBody>
                  <a:tcPr anchor="ctr" marL="91440" marR="91440">
                    <a:lnL w="0">
                      <a:noFill/>
                    </a:lnL>
                    <a:lnR w="0">
                      <a:noFill/>
                    </a:lnR>
                    <a:lnT w="0">
                      <a:noFill/>
                    </a:lnT>
                    <a:lnB w="12700">
                      <a:solidFill>
                        <a:srgbClr val="DDDAD2"/>
                      </a:solidFill>
                    </a:lnB>
                    <a:noFill/>
                  </a:tcPr>
                </a:tc>
                <a:tc>
                  <a:txBody>
                    <a:bodyPr/>
                    <a:lstStyle/>
                    <a:p>
                      <a:pPr algn="ctr"/>
                      <a:r>
                        <a:rPr sz="2800" b="1">
                          <a:solidFill>
                            <a:srgbClr val="8A9095"/>
                          </a:solidFill>
                          <a:latin typeface="Segoe UI"/>
                        </a:rPr>
                        <a:t>—</a:t>
                      </a:r>
                    </a:p>
                  </a:txBody>
                  <a:tcPr anchor="ctr" marL="91440" marR="91440">
                    <a:lnL w="0">
                      <a:noFill/>
                    </a:lnL>
                    <a:lnR w="0">
                      <a:noFill/>
                    </a:lnR>
                    <a:lnT w="0">
                      <a:noFill/>
                    </a:lnT>
                    <a:lnB w="12700">
                      <a:solidFill>
                        <a:srgbClr val="DDDAD2"/>
                      </a:solidFill>
                    </a:lnB>
                    <a:noFill/>
                  </a:tcPr>
                </a:tc>
                <a:tc>
                  <a:txBody>
                    <a:bodyPr/>
                    <a:lstStyle/>
                    <a:p>
                      <a:pPr algn="ctr"/>
                      <a:r>
                        <a:rPr sz="2800" b="1">
                          <a:solidFill>
                            <a:srgbClr val="DDDAD2"/>
                          </a:solidFill>
                          <a:latin typeface="Segoe UI"/>
                        </a:rPr>
                        <a:t>—</a:t>
                      </a:r>
                    </a:p>
                  </a:txBody>
                  <a:tcPr anchor="ctr" marL="91440" marR="91440">
                    <a:lnL w="0">
                      <a:noFill/>
                    </a:lnL>
                    <a:lnR w="0">
                      <a:noFill/>
                    </a:lnR>
                    <a:lnT w="0">
                      <a:noFill/>
                    </a:lnT>
                    <a:lnB w="12700">
                      <a:solidFill>
                        <a:srgbClr val="DDDAD2"/>
                      </a:solidFill>
                    </a:lnB>
                    <a:noFill/>
                  </a:tcPr>
                </a:tc>
                <a:tc>
                  <a:txBody>
                    <a:bodyPr/>
                    <a:lstStyle/>
                    <a:p>
                      <a:pPr algn="ctr"/>
                      <a:r>
                        <a:rPr sz="2800" b="1">
                          <a:solidFill>
                            <a:srgbClr val="DDDAD2"/>
                          </a:solidFill>
                          <a:latin typeface="Segoe UI"/>
                        </a:rPr>
                        <a:t>—</a:t>
                      </a:r>
                    </a:p>
                  </a:txBody>
                  <a:tcPr anchor="ctr" marL="91440" marR="91440">
                    <a:lnL w="0">
                      <a:noFill/>
                    </a:lnL>
                    <a:lnR w="0">
                      <a:noFill/>
                    </a:lnR>
                    <a:lnT w="0">
                      <a:noFill/>
                    </a:lnT>
                    <a:lnB w="12700">
                      <a:solidFill>
                        <a:srgbClr val="DDDAD2"/>
                      </a:solidFill>
                    </a:lnB>
                    <a:noFill/>
                  </a:tcPr>
                </a:tc>
                <a:tc>
                  <a:txBody>
                    <a:bodyPr/>
                    <a:lstStyle/>
                    <a:p>
                      <a:pPr algn="ctr"/>
                      <a:r>
                        <a:rPr sz="2800" b="1">
                          <a:solidFill>
                            <a:srgbClr val="DDDAD2"/>
                          </a:solidFill>
                          <a:latin typeface="Segoe UI"/>
                        </a:rPr>
                        <a:t>—</a:t>
                      </a:r>
                    </a:p>
                  </a:txBody>
                  <a:tcPr anchor="ctr" marL="91440" marR="91440">
                    <a:lnL w="0">
                      <a:noFill/>
                    </a:lnL>
                    <a:lnR w="0">
                      <a:noFill/>
                    </a:lnR>
                    <a:lnT w="0">
                      <a:noFill/>
                    </a:lnT>
                    <a:lnB w="12700">
                      <a:solidFill>
                        <a:srgbClr val="DDDAD2"/>
                      </a:solidFill>
                    </a:lnB>
                    <a:no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02920"/>
            <a:ext cx="10972800" cy="274320"/>
          </a:xfrm>
          <a:prstGeom prst="rect">
            <a:avLst/>
          </a:prstGeom>
          <a:noFill/>
        </p:spPr>
        <p:txBody>
          <a:bodyPr wrap="square" anchor="t" lIns="0" rIns="0" tIns="0" bIns="0">
            <a:spAutoFit/>
          </a:bodyPr>
          <a:lstStyle/>
          <a:p>
            <a:pPr algn="l"/>
            <a:r>
              <a:rPr sz="1400" b="1" i="0">
                <a:solidFill>
                  <a:srgbClr val="05C3DE"/>
                </a:solidFill>
                <a:latin typeface="Segoe UI"/>
              </a:rPr>
              <a:t>RESULT 2 · SKILLS</a:t>
            </a:r>
          </a:p>
        </p:txBody>
      </p:sp>
      <p:sp>
        <p:nvSpPr>
          <p:cNvPr id="3" name="TextBox 2"/>
          <p:cNvSpPr txBox="1"/>
          <p:nvPr/>
        </p:nvSpPr>
        <p:spPr>
          <a:xfrm>
            <a:off x="548640" y="822960"/>
            <a:ext cx="10972800" cy="822960"/>
          </a:xfrm>
          <a:prstGeom prst="rect">
            <a:avLst/>
          </a:prstGeom>
          <a:noFill/>
        </p:spPr>
        <p:txBody>
          <a:bodyPr wrap="square" anchor="t" lIns="0" rIns="0" tIns="0" bIns="0">
            <a:spAutoFit/>
          </a:bodyPr>
          <a:lstStyle/>
          <a:p>
            <a:pPr algn="l"/>
            <a:r>
              <a:rPr sz="4000" b="1" i="0">
                <a:solidFill>
                  <a:srgbClr val="151719"/>
                </a:solidFill>
                <a:latin typeface="Segoe UI"/>
              </a:rPr>
              <a:t>Which skill pack did best?</a:t>
            </a:r>
          </a:p>
        </p:txBody>
      </p:sp>
      <p:sp>
        <p:nvSpPr>
          <p:cNvPr id="4" name="TextBox 3"/>
          <p:cNvSpPr txBox="1"/>
          <p:nvPr/>
        </p:nvSpPr>
        <p:spPr>
          <a:xfrm>
            <a:off x="5254691" y="1874519"/>
            <a:ext cx="1597091" cy="274320"/>
          </a:xfrm>
          <a:prstGeom prst="rect">
            <a:avLst/>
          </a:prstGeom>
          <a:noFill/>
        </p:spPr>
        <p:txBody>
          <a:bodyPr wrap="square" anchor="t" lIns="0" rIns="0" tIns="0" bIns="0">
            <a:spAutoFit/>
          </a:bodyPr>
          <a:lstStyle/>
          <a:p>
            <a:pPr algn="ctr"/>
            <a:r>
              <a:rPr sz="1200" b="1" i="0">
                <a:solidFill>
                  <a:srgbClr val="05C3DE"/>
                </a:solidFill>
                <a:latin typeface="Segoe UI"/>
              </a:rPr>
              <a:t>BASELINE</a:t>
            </a:r>
          </a:p>
        </p:txBody>
      </p:sp>
      <p:graphicFrame>
        <p:nvGraphicFramePr>
          <p:cNvPr id="5" name="Scorecard"/>
          <p:cNvGraphicFramePr>
            <a:graphicFrameLocks noGrp="1"/>
          </p:cNvGraphicFramePr>
          <p:nvPr/>
        </p:nvGraphicFramePr>
        <p:xfrm>
          <a:off x="548640" y="2194560"/>
          <a:ext cx="11094415" cy="3886200"/>
        </p:xfrm>
        <a:graphic>
          <a:graphicData uri="http://schemas.openxmlformats.org/drawingml/2006/table">
            <a:tbl>
              <a:tblPr firstRow="0" bandRow="0">
                <a:tableStyleId>{2D5ABB26-0587-4C30-8999-92F81FD0307C}</a:tableStyleId>
              </a:tblPr>
              <a:tblGrid>
                <a:gridCol w="3108960"/>
                <a:gridCol w="1597091"/>
                <a:gridCol w="1597091"/>
                <a:gridCol w="1597091"/>
                <a:gridCol w="1597091"/>
                <a:gridCol w="1597091"/>
              </a:tblGrid>
              <a:tr h="777240">
                <a:tc>
                  <a:txBody>
                    <a:bodyPr/>
                    <a:lstStyle/>
                    <a:p>
                      <a:pPr algn="l"/>
                      <a:r>
                        <a:rPr sz="1400" b="0">
                          <a:solidFill>
                            <a:srgbClr val="151719"/>
                          </a:solidFill>
                          <a:latin typeface="Segoe UI"/>
                        </a:rPr>
                        <a:t/>
                      </a:r>
                    </a:p>
                  </a:txBody>
                  <a:tcPr anchor="ctr" marL="0" marR="91440">
                    <a:lnL w="0">
                      <a:noFill/>
                    </a:lnL>
                    <a:lnR w="0">
                      <a:noFill/>
                    </a:lnR>
                    <a:lnT w="0">
                      <a:noFill/>
                    </a:lnT>
                    <a:lnB w="12700">
                      <a:solidFill>
                        <a:srgbClr val="DDDAD2"/>
                      </a:solidFill>
                    </a:lnB>
                    <a:noFill/>
                  </a:tcPr>
                </a:tc>
                <a:tc>
                  <a:txBody>
                    <a:bodyPr/>
                    <a:lstStyle/>
                    <a:p>
                      <a:pPr algn="ctr"/>
                      <a:r>
                        <a:rPr sz="1500" b="1">
                          <a:solidFill>
                            <a:srgbClr val="8A9095"/>
                          </a:solidFill>
                          <a:latin typeface="Segoe UI"/>
                        </a:rPr>
                        <a:t>raw-low</a:t>
                      </a:r>
                    </a:p>
                  </a:txBody>
                  <a:tcPr anchor="ctr" marL="91440" marR="91440">
                    <a:lnL w="0">
                      <a:noFill/>
                    </a:lnL>
                    <a:lnR w="0">
                      <a:noFill/>
                    </a:lnR>
                    <a:lnT w="0">
                      <a:noFill/>
                    </a:lnT>
                    <a:lnB w="12700">
                      <a:solidFill>
                        <a:srgbClr val="DDDAD2"/>
                      </a:solidFill>
                    </a:lnB>
                    <a:noFill/>
                  </a:tcPr>
                </a:tc>
                <a:tc>
                  <a:txBody>
                    <a:bodyPr/>
                    <a:lstStyle/>
                    <a:p>
                      <a:pPr algn="ctr"/>
                      <a:r>
                        <a:rPr sz="1500" b="1">
                          <a:solidFill>
                            <a:srgbClr val="151719"/>
                          </a:solidFill>
                          <a:latin typeface="Segoe UI"/>
                        </a:rPr>
                        <a:t>raw-med</a:t>
                      </a:r>
                    </a:p>
                  </a:txBody>
                  <a:tcPr anchor="ctr" marL="91440" marR="91440">
                    <a:lnL w="0">
                      <a:noFill/>
                    </a:lnL>
                    <a:lnR w="0">
                      <a:noFill/>
                    </a:lnR>
                    <a:lnT w="0">
                      <a:noFill/>
                    </a:lnT>
                    <a:lnB w="12700">
                      <a:solidFill>
                        <a:srgbClr val="DDDAD2"/>
                      </a:solidFill>
                    </a:lnB>
                    <a:noFill/>
                  </a:tcPr>
                </a:tc>
                <a:tc>
                  <a:txBody>
                    <a:bodyPr/>
                    <a:lstStyle/>
                    <a:p>
                      <a:pPr algn="ctr"/>
                      <a:r>
                        <a:rPr sz="1500" b="1">
                          <a:solidFill>
                            <a:srgbClr val="151719"/>
                          </a:solidFill>
                          <a:latin typeface="Segoe UI"/>
                        </a:rPr>
                        <a:t>ecc-med</a:t>
                      </a:r>
                    </a:p>
                  </a:txBody>
                  <a:tcPr anchor="ctr" marL="91440" marR="91440">
                    <a:lnL w="0">
                      <a:noFill/>
                    </a:lnL>
                    <a:lnR w="0">
                      <a:noFill/>
                    </a:lnR>
                    <a:lnT w="0">
                      <a:noFill/>
                    </a:lnT>
                    <a:lnB w="12700">
                      <a:solidFill>
                        <a:srgbClr val="DDDAD2"/>
                      </a:solidFill>
                    </a:lnB>
                    <a:noFill/>
                  </a:tcPr>
                </a:tc>
                <a:tc>
                  <a:txBody>
                    <a:bodyPr/>
                    <a:lstStyle/>
                    <a:p>
                      <a:pPr algn="ctr"/>
                      <a:r>
                        <a:rPr sz="1500" b="1">
                          <a:solidFill>
                            <a:srgbClr val="151719"/>
                          </a:solidFill>
                          <a:latin typeface="Segoe UI"/>
                        </a:rPr>
                        <a:t>firstmate-med</a:t>
                      </a:r>
                    </a:p>
                  </a:txBody>
                  <a:tcPr anchor="ctr" marL="91440" marR="91440">
                    <a:lnL w="0">
                      <a:noFill/>
                    </a:lnL>
                    <a:lnR w="0">
                      <a:noFill/>
                    </a:lnR>
                    <a:lnT w="0">
                      <a:noFill/>
                    </a:lnT>
                    <a:lnB w="12700">
                      <a:solidFill>
                        <a:srgbClr val="DDDAD2"/>
                      </a:solidFill>
                    </a:lnB>
                    <a:noFill/>
                  </a:tcPr>
                </a:tc>
                <a:tc>
                  <a:txBody>
                    <a:bodyPr/>
                    <a:lstStyle/>
                    <a:p>
                      <a:pPr algn="ctr"/>
                      <a:r>
                        <a:rPr sz="1500" b="1">
                          <a:solidFill>
                            <a:srgbClr val="151719"/>
                          </a:solidFill>
                          <a:latin typeface="Segoe UI"/>
                        </a:rPr>
                        <a:t>matt-med</a:t>
                      </a:r>
                    </a:p>
                  </a:txBody>
                  <a:tcPr anchor="ctr" marL="91440" marR="91440">
                    <a:lnL w="0">
                      <a:noFill/>
                    </a:lnL>
                    <a:lnR w="0">
                      <a:noFill/>
                    </a:lnR>
                    <a:lnT w="0">
                      <a:noFill/>
                    </a:lnT>
                    <a:lnB w="12700">
                      <a:solidFill>
                        <a:srgbClr val="DDDAD2"/>
                      </a:solidFill>
                    </a:lnB>
                    <a:noFill/>
                  </a:tcPr>
                </a:tc>
              </a:tr>
              <a:tr h="777240">
                <a:tc>
                  <a:txBody>
                    <a:bodyPr/>
                    <a:lstStyle/>
                    <a:p>
                      <a:pPr algn="l"/>
                      <a:r>
                        <a:rPr sz="2000" b="0">
                          <a:solidFill>
                            <a:srgbClr val="555A5E"/>
                          </a:solidFill>
                          <a:latin typeface="Segoe UI"/>
                        </a:rPr>
                        <a:t>Acceptance (hidden suite)</a:t>
                      </a:r>
                    </a:p>
                  </a:txBody>
                  <a:tcPr anchor="ctr" marL="0" marR="91440">
                    <a:lnL w="0">
                      <a:noFill/>
                    </a:lnL>
                    <a:lnR w="0">
                      <a:noFill/>
                    </a:lnR>
                    <a:lnT w="0">
                      <a:noFill/>
                    </a:lnT>
                    <a:lnB w="12700">
                      <a:solidFill>
                        <a:srgbClr val="DDDAD2"/>
                      </a:solidFill>
                    </a:lnB>
                    <a:noFill/>
                  </a:tcPr>
                </a:tc>
                <a:tc>
                  <a:txBody>
                    <a:bodyPr/>
                    <a:lstStyle/>
                    <a:p>
                      <a:pPr algn="ctr"/>
                      <a:r>
                        <a:rPr sz="2800" b="1">
                          <a:solidFill>
                            <a:srgbClr val="DDDAD2"/>
                          </a:solidFill>
                          <a:latin typeface="Segoe UI"/>
                        </a:rPr>
                        <a:t>—</a:t>
                      </a:r>
                    </a:p>
                  </a:txBody>
                  <a:tcPr anchor="ctr" marL="91440" marR="91440">
                    <a:lnL w="0">
                      <a:noFill/>
                    </a:lnL>
                    <a:lnR w="0">
                      <a:noFill/>
                    </a:lnR>
                    <a:lnT w="0">
                      <a:noFill/>
                    </a:lnT>
                    <a:lnB w="12700">
                      <a:solidFill>
                        <a:srgbClr val="DDDAD2"/>
                      </a:solidFill>
                    </a:lnB>
                    <a:noFill/>
                  </a:tcPr>
                </a:tc>
                <a:tc>
                  <a:txBody>
                    <a:bodyPr/>
                    <a:lstStyle/>
                    <a:p>
                      <a:pPr algn="ctr"/>
                      <a:r>
                        <a:rPr sz="2800" b="1">
                          <a:solidFill>
                            <a:srgbClr val="8A9095"/>
                          </a:solidFill>
                          <a:latin typeface="Segoe UI"/>
                        </a:rPr>
                        <a:t>—</a:t>
                      </a:r>
                    </a:p>
                  </a:txBody>
                  <a:tcPr anchor="ctr" marL="91440" marR="91440">
                    <a:lnL w="0">
                      <a:noFill/>
                    </a:lnL>
                    <a:lnR w="0">
                      <a:noFill/>
                    </a:lnR>
                    <a:lnT w="0">
                      <a:noFill/>
                    </a:lnT>
                    <a:lnB w="12700">
                      <a:solidFill>
                        <a:srgbClr val="DDDAD2"/>
                      </a:solidFill>
                    </a:lnB>
                    <a:noFill/>
                  </a:tcPr>
                </a:tc>
                <a:tc>
                  <a:txBody>
                    <a:bodyPr/>
                    <a:lstStyle/>
                    <a:p>
                      <a:pPr algn="ctr"/>
                      <a:r>
                        <a:rPr sz="2800" b="1">
                          <a:solidFill>
                            <a:srgbClr val="8A9095"/>
                          </a:solidFill>
                          <a:latin typeface="Segoe UI"/>
                        </a:rPr>
                        <a:t>—</a:t>
                      </a:r>
                    </a:p>
                  </a:txBody>
                  <a:tcPr anchor="ctr" marL="91440" marR="91440">
                    <a:lnL w="0">
                      <a:noFill/>
                    </a:lnL>
                    <a:lnR w="0">
                      <a:noFill/>
                    </a:lnR>
                    <a:lnT w="0">
                      <a:noFill/>
                    </a:lnT>
                    <a:lnB w="12700">
                      <a:solidFill>
                        <a:srgbClr val="DDDAD2"/>
                      </a:solidFill>
                    </a:lnB>
                    <a:noFill/>
                  </a:tcPr>
                </a:tc>
                <a:tc>
                  <a:txBody>
                    <a:bodyPr/>
                    <a:lstStyle/>
                    <a:p>
                      <a:pPr algn="ctr"/>
                      <a:r>
                        <a:rPr sz="2800" b="1">
                          <a:solidFill>
                            <a:srgbClr val="8A9095"/>
                          </a:solidFill>
                          <a:latin typeface="Segoe UI"/>
                        </a:rPr>
                        <a:t>—</a:t>
                      </a:r>
                    </a:p>
                  </a:txBody>
                  <a:tcPr anchor="ctr" marL="91440" marR="91440">
                    <a:lnL w="0">
                      <a:noFill/>
                    </a:lnL>
                    <a:lnR w="0">
                      <a:noFill/>
                    </a:lnR>
                    <a:lnT w="0">
                      <a:noFill/>
                    </a:lnT>
                    <a:lnB w="12700">
                      <a:solidFill>
                        <a:srgbClr val="DDDAD2"/>
                      </a:solidFill>
                    </a:lnB>
                    <a:noFill/>
                  </a:tcPr>
                </a:tc>
                <a:tc>
                  <a:txBody>
                    <a:bodyPr/>
                    <a:lstStyle/>
                    <a:p>
                      <a:pPr algn="ctr"/>
                      <a:r>
                        <a:rPr sz="2800" b="1">
                          <a:solidFill>
                            <a:srgbClr val="8A9095"/>
                          </a:solidFill>
                          <a:latin typeface="Segoe UI"/>
                        </a:rPr>
                        <a:t>—</a:t>
                      </a:r>
                    </a:p>
                  </a:txBody>
                  <a:tcPr anchor="ctr" marL="91440" marR="91440">
                    <a:lnL w="0">
                      <a:noFill/>
                    </a:lnL>
                    <a:lnR w="0">
                      <a:noFill/>
                    </a:lnR>
                    <a:lnT w="0">
                      <a:noFill/>
                    </a:lnT>
                    <a:lnB w="12700">
                      <a:solidFill>
                        <a:srgbClr val="DDDAD2"/>
                      </a:solidFill>
                    </a:lnB>
                    <a:noFill/>
                  </a:tcPr>
                </a:tc>
              </a:tr>
              <a:tr h="777240">
                <a:tc>
                  <a:txBody>
                    <a:bodyPr/>
                    <a:lstStyle/>
                    <a:p>
                      <a:pPr algn="l"/>
                      <a:r>
                        <a:rPr sz="2000" b="0">
                          <a:solidFill>
                            <a:srgbClr val="555A5E"/>
                          </a:solidFill>
                          <a:latin typeface="Segoe UI"/>
                        </a:rPr>
                        <a:t>Mutation score</a:t>
                      </a:r>
                    </a:p>
                  </a:txBody>
                  <a:tcPr anchor="ctr" marL="0" marR="91440">
                    <a:lnL w="0">
                      <a:noFill/>
                    </a:lnL>
                    <a:lnR w="0">
                      <a:noFill/>
                    </a:lnR>
                    <a:lnT w="0">
                      <a:noFill/>
                    </a:lnT>
                    <a:lnB w="12700">
                      <a:solidFill>
                        <a:srgbClr val="DDDAD2"/>
                      </a:solidFill>
                    </a:lnB>
                    <a:noFill/>
                  </a:tcPr>
                </a:tc>
                <a:tc>
                  <a:txBody>
                    <a:bodyPr/>
                    <a:lstStyle/>
                    <a:p>
                      <a:pPr algn="ctr"/>
                      <a:r>
                        <a:rPr sz="2800" b="1">
                          <a:solidFill>
                            <a:srgbClr val="DDDAD2"/>
                          </a:solidFill>
                          <a:latin typeface="Segoe UI"/>
                        </a:rPr>
                        <a:t>—</a:t>
                      </a:r>
                    </a:p>
                  </a:txBody>
                  <a:tcPr anchor="ctr" marL="91440" marR="91440">
                    <a:lnL w="0">
                      <a:noFill/>
                    </a:lnL>
                    <a:lnR w="0">
                      <a:noFill/>
                    </a:lnR>
                    <a:lnT w="0">
                      <a:noFill/>
                    </a:lnT>
                    <a:lnB w="12700">
                      <a:solidFill>
                        <a:srgbClr val="DDDAD2"/>
                      </a:solidFill>
                    </a:lnB>
                    <a:noFill/>
                  </a:tcPr>
                </a:tc>
                <a:tc>
                  <a:txBody>
                    <a:bodyPr/>
                    <a:lstStyle/>
                    <a:p>
                      <a:pPr algn="ctr"/>
                      <a:r>
                        <a:rPr sz="2800" b="1">
                          <a:solidFill>
                            <a:srgbClr val="8A9095"/>
                          </a:solidFill>
                          <a:latin typeface="Segoe UI"/>
                        </a:rPr>
                        <a:t>—</a:t>
                      </a:r>
                    </a:p>
                  </a:txBody>
                  <a:tcPr anchor="ctr" marL="91440" marR="91440">
                    <a:lnL w="0">
                      <a:noFill/>
                    </a:lnL>
                    <a:lnR w="0">
                      <a:noFill/>
                    </a:lnR>
                    <a:lnT w="0">
                      <a:noFill/>
                    </a:lnT>
                    <a:lnB w="12700">
                      <a:solidFill>
                        <a:srgbClr val="DDDAD2"/>
                      </a:solidFill>
                    </a:lnB>
                    <a:noFill/>
                  </a:tcPr>
                </a:tc>
                <a:tc>
                  <a:txBody>
                    <a:bodyPr/>
                    <a:lstStyle/>
                    <a:p>
                      <a:pPr algn="ctr"/>
                      <a:r>
                        <a:rPr sz="2800" b="1">
                          <a:solidFill>
                            <a:srgbClr val="8A9095"/>
                          </a:solidFill>
                          <a:latin typeface="Segoe UI"/>
                        </a:rPr>
                        <a:t>—</a:t>
                      </a:r>
                    </a:p>
                  </a:txBody>
                  <a:tcPr anchor="ctr" marL="91440" marR="91440">
                    <a:lnL w="0">
                      <a:noFill/>
                    </a:lnL>
                    <a:lnR w="0">
                      <a:noFill/>
                    </a:lnR>
                    <a:lnT w="0">
                      <a:noFill/>
                    </a:lnT>
                    <a:lnB w="12700">
                      <a:solidFill>
                        <a:srgbClr val="DDDAD2"/>
                      </a:solidFill>
                    </a:lnB>
                    <a:noFill/>
                  </a:tcPr>
                </a:tc>
                <a:tc>
                  <a:txBody>
                    <a:bodyPr/>
                    <a:lstStyle/>
                    <a:p>
                      <a:pPr algn="ctr"/>
                      <a:r>
                        <a:rPr sz="2800" b="1">
                          <a:solidFill>
                            <a:srgbClr val="8A9095"/>
                          </a:solidFill>
                          <a:latin typeface="Segoe UI"/>
                        </a:rPr>
                        <a:t>—</a:t>
                      </a:r>
                    </a:p>
                  </a:txBody>
                  <a:tcPr anchor="ctr" marL="91440" marR="91440">
                    <a:lnL w="0">
                      <a:noFill/>
                    </a:lnL>
                    <a:lnR w="0">
                      <a:noFill/>
                    </a:lnR>
                    <a:lnT w="0">
                      <a:noFill/>
                    </a:lnT>
                    <a:lnB w="12700">
                      <a:solidFill>
                        <a:srgbClr val="DDDAD2"/>
                      </a:solidFill>
                    </a:lnB>
                    <a:noFill/>
                  </a:tcPr>
                </a:tc>
                <a:tc>
                  <a:txBody>
                    <a:bodyPr/>
                    <a:lstStyle/>
                    <a:p>
                      <a:pPr algn="ctr"/>
                      <a:r>
                        <a:rPr sz="2800" b="1">
                          <a:solidFill>
                            <a:srgbClr val="8A9095"/>
                          </a:solidFill>
                          <a:latin typeface="Segoe UI"/>
                        </a:rPr>
                        <a:t>—</a:t>
                      </a:r>
                    </a:p>
                  </a:txBody>
                  <a:tcPr anchor="ctr" marL="91440" marR="91440">
                    <a:lnL w="0">
                      <a:noFill/>
                    </a:lnL>
                    <a:lnR w="0">
                      <a:noFill/>
                    </a:lnR>
                    <a:lnT w="0">
                      <a:noFill/>
                    </a:lnT>
                    <a:lnB w="12700">
                      <a:solidFill>
                        <a:srgbClr val="DDDAD2"/>
                      </a:solidFill>
                    </a:lnB>
                    <a:noFill/>
                  </a:tcPr>
                </a:tc>
              </a:tr>
              <a:tr h="777240">
                <a:tc>
                  <a:txBody>
                    <a:bodyPr/>
                    <a:lstStyle/>
                    <a:p>
                      <a:pPr algn="l"/>
                      <a:r>
                        <a:rPr sz="2000" b="0">
                          <a:solidFill>
                            <a:srgbClr val="555A5E"/>
                          </a:solidFill>
                          <a:latin typeface="Segoe UI"/>
                        </a:rPr>
                        <a:t>Cost</a:t>
                      </a:r>
                    </a:p>
                  </a:txBody>
                  <a:tcPr anchor="ctr" marL="0" marR="91440">
                    <a:lnL w="0">
                      <a:noFill/>
                    </a:lnL>
                    <a:lnR w="0">
                      <a:noFill/>
                    </a:lnR>
                    <a:lnT w="0">
                      <a:noFill/>
                    </a:lnT>
                    <a:lnB w="12700">
                      <a:solidFill>
                        <a:srgbClr val="DDDAD2"/>
                      </a:solidFill>
                    </a:lnB>
                    <a:noFill/>
                  </a:tcPr>
                </a:tc>
                <a:tc>
                  <a:txBody>
                    <a:bodyPr/>
                    <a:lstStyle/>
                    <a:p>
                      <a:pPr algn="ctr"/>
                      <a:r>
                        <a:rPr sz="2800" b="1">
                          <a:solidFill>
                            <a:srgbClr val="DDDAD2"/>
                          </a:solidFill>
                          <a:latin typeface="Segoe UI"/>
                        </a:rPr>
                        <a:t>—</a:t>
                      </a:r>
                    </a:p>
                  </a:txBody>
                  <a:tcPr anchor="ctr" marL="91440" marR="91440">
                    <a:lnL w="0">
                      <a:noFill/>
                    </a:lnL>
                    <a:lnR w="0">
                      <a:noFill/>
                    </a:lnR>
                    <a:lnT w="0">
                      <a:noFill/>
                    </a:lnT>
                    <a:lnB w="12700">
                      <a:solidFill>
                        <a:srgbClr val="DDDAD2"/>
                      </a:solidFill>
                    </a:lnB>
                    <a:noFill/>
                  </a:tcPr>
                </a:tc>
                <a:tc>
                  <a:txBody>
                    <a:bodyPr/>
                    <a:lstStyle/>
                    <a:p>
                      <a:pPr algn="ctr"/>
                      <a:r>
                        <a:rPr sz="2800" b="1">
                          <a:solidFill>
                            <a:srgbClr val="8A9095"/>
                          </a:solidFill>
                          <a:latin typeface="Segoe UI"/>
                        </a:rPr>
                        <a:t>—</a:t>
                      </a:r>
                    </a:p>
                  </a:txBody>
                  <a:tcPr anchor="ctr" marL="91440" marR="91440">
                    <a:lnL w="0">
                      <a:noFill/>
                    </a:lnL>
                    <a:lnR w="0">
                      <a:noFill/>
                    </a:lnR>
                    <a:lnT w="0">
                      <a:noFill/>
                    </a:lnT>
                    <a:lnB w="12700">
                      <a:solidFill>
                        <a:srgbClr val="DDDAD2"/>
                      </a:solidFill>
                    </a:lnB>
                    <a:noFill/>
                  </a:tcPr>
                </a:tc>
                <a:tc>
                  <a:txBody>
                    <a:bodyPr/>
                    <a:lstStyle/>
                    <a:p>
                      <a:pPr algn="ctr"/>
                      <a:r>
                        <a:rPr sz="2800" b="1">
                          <a:solidFill>
                            <a:srgbClr val="8A9095"/>
                          </a:solidFill>
                          <a:latin typeface="Segoe UI"/>
                        </a:rPr>
                        <a:t>—</a:t>
                      </a:r>
                    </a:p>
                  </a:txBody>
                  <a:tcPr anchor="ctr" marL="91440" marR="91440">
                    <a:lnL w="0">
                      <a:noFill/>
                    </a:lnL>
                    <a:lnR w="0">
                      <a:noFill/>
                    </a:lnR>
                    <a:lnT w="0">
                      <a:noFill/>
                    </a:lnT>
                    <a:lnB w="12700">
                      <a:solidFill>
                        <a:srgbClr val="DDDAD2"/>
                      </a:solidFill>
                    </a:lnB>
                    <a:noFill/>
                  </a:tcPr>
                </a:tc>
                <a:tc>
                  <a:txBody>
                    <a:bodyPr/>
                    <a:lstStyle/>
                    <a:p>
                      <a:pPr algn="ctr"/>
                      <a:r>
                        <a:rPr sz="2800" b="1">
                          <a:solidFill>
                            <a:srgbClr val="8A9095"/>
                          </a:solidFill>
                          <a:latin typeface="Segoe UI"/>
                        </a:rPr>
                        <a:t>—</a:t>
                      </a:r>
                    </a:p>
                  </a:txBody>
                  <a:tcPr anchor="ctr" marL="91440" marR="91440">
                    <a:lnL w="0">
                      <a:noFill/>
                    </a:lnL>
                    <a:lnR w="0">
                      <a:noFill/>
                    </a:lnR>
                    <a:lnT w="0">
                      <a:noFill/>
                    </a:lnT>
                    <a:lnB w="12700">
                      <a:solidFill>
                        <a:srgbClr val="DDDAD2"/>
                      </a:solidFill>
                    </a:lnB>
                    <a:noFill/>
                  </a:tcPr>
                </a:tc>
                <a:tc>
                  <a:txBody>
                    <a:bodyPr/>
                    <a:lstStyle/>
                    <a:p>
                      <a:pPr algn="ctr"/>
                      <a:r>
                        <a:rPr sz="2800" b="1">
                          <a:solidFill>
                            <a:srgbClr val="8A9095"/>
                          </a:solidFill>
                          <a:latin typeface="Segoe UI"/>
                        </a:rPr>
                        <a:t>—</a:t>
                      </a:r>
                    </a:p>
                  </a:txBody>
                  <a:tcPr anchor="ctr" marL="91440" marR="91440">
                    <a:lnL w="0">
                      <a:noFill/>
                    </a:lnL>
                    <a:lnR w="0">
                      <a:noFill/>
                    </a:lnR>
                    <a:lnT w="0">
                      <a:noFill/>
                    </a:lnT>
                    <a:lnB w="12700">
                      <a:solidFill>
                        <a:srgbClr val="DDDAD2"/>
                      </a:solidFill>
                    </a:lnB>
                    <a:noFill/>
                  </a:tcPr>
                </a:tc>
              </a:tr>
              <a:tr h="777240">
                <a:tc>
                  <a:txBody>
                    <a:bodyPr/>
                    <a:lstStyle/>
                    <a:p>
                      <a:pPr algn="l"/>
                      <a:r>
                        <a:rPr sz="2000" b="0">
                          <a:solidFill>
                            <a:srgbClr val="555A5E"/>
                          </a:solidFill>
                          <a:latin typeface="Segoe UI"/>
                        </a:rPr>
                        <a:t>Minutes</a:t>
                      </a:r>
                    </a:p>
                  </a:txBody>
                  <a:tcPr anchor="ctr" marL="0" marR="91440">
                    <a:lnL w="0">
                      <a:noFill/>
                    </a:lnL>
                    <a:lnR w="0">
                      <a:noFill/>
                    </a:lnR>
                    <a:lnT w="0">
                      <a:noFill/>
                    </a:lnT>
                    <a:lnB w="12700">
                      <a:solidFill>
                        <a:srgbClr val="DDDAD2"/>
                      </a:solidFill>
                    </a:lnB>
                    <a:noFill/>
                  </a:tcPr>
                </a:tc>
                <a:tc>
                  <a:txBody>
                    <a:bodyPr/>
                    <a:lstStyle/>
                    <a:p>
                      <a:pPr algn="ctr"/>
                      <a:r>
                        <a:rPr sz="2800" b="1">
                          <a:solidFill>
                            <a:srgbClr val="DDDAD2"/>
                          </a:solidFill>
                          <a:latin typeface="Segoe UI"/>
                        </a:rPr>
                        <a:t>—</a:t>
                      </a:r>
                    </a:p>
                  </a:txBody>
                  <a:tcPr anchor="ctr" marL="91440" marR="91440">
                    <a:lnL w="0">
                      <a:noFill/>
                    </a:lnL>
                    <a:lnR w="0">
                      <a:noFill/>
                    </a:lnR>
                    <a:lnT w="0">
                      <a:noFill/>
                    </a:lnT>
                    <a:lnB w="12700">
                      <a:solidFill>
                        <a:srgbClr val="DDDAD2"/>
                      </a:solidFill>
                    </a:lnB>
                    <a:noFill/>
                  </a:tcPr>
                </a:tc>
                <a:tc>
                  <a:txBody>
                    <a:bodyPr/>
                    <a:lstStyle/>
                    <a:p>
                      <a:pPr algn="ctr"/>
                      <a:r>
                        <a:rPr sz="2800" b="1">
                          <a:solidFill>
                            <a:srgbClr val="8A9095"/>
                          </a:solidFill>
                          <a:latin typeface="Segoe UI"/>
                        </a:rPr>
                        <a:t>—</a:t>
                      </a:r>
                    </a:p>
                  </a:txBody>
                  <a:tcPr anchor="ctr" marL="91440" marR="91440">
                    <a:lnL w="0">
                      <a:noFill/>
                    </a:lnL>
                    <a:lnR w="0">
                      <a:noFill/>
                    </a:lnR>
                    <a:lnT w="0">
                      <a:noFill/>
                    </a:lnT>
                    <a:lnB w="12700">
                      <a:solidFill>
                        <a:srgbClr val="DDDAD2"/>
                      </a:solidFill>
                    </a:lnB>
                    <a:noFill/>
                  </a:tcPr>
                </a:tc>
                <a:tc>
                  <a:txBody>
                    <a:bodyPr/>
                    <a:lstStyle/>
                    <a:p>
                      <a:pPr algn="ctr"/>
                      <a:r>
                        <a:rPr sz="2800" b="1">
                          <a:solidFill>
                            <a:srgbClr val="8A9095"/>
                          </a:solidFill>
                          <a:latin typeface="Segoe UI"/>
                        </a:rPr>
                        <a:t>—</a:t>
                      </a:r>
                    </a:p>
                  </a:txBody>
                  <a:tcPr anchor="ctr" marL="91440" marR="91440">
                    <a:lnL w="0">
                      <a:noFill/>
                    </a:lnL>
                    <a:lnR w="0">
                      <a:noFill/>
                    </a:lnR>
                    <a:lnT w="0">
                      <a:noFill/>
                    </a:lnT>
                    <a:lnB w="12700">
                      <a:solidFill>
                        <a:srgbClr val="DDDAD2"/>
                      </a:solidFill>
                    </a:lnB>
                    <a:noFill/>
                  </a:tcPr>
                </a:tc>
                <a:tc>
                  <a:txBody>
                    <a:bodyPr/>
                    <a:lstStyle/>
                    <a:p>
                      <a:pPr algn="ctr"/>
                      <a:r>
                        <a:rPr sz="2800" b="1">
                          <a:solidFill>
                            <a:srgbClr val="8A9095"/>
                          </a:solidFill>
                          <a:latin typeface="Segoe UI"/>
                        </a:rPr>
                        <a:t>—</a:t>
                      </a:r>
                    </a:p>
                  </a:txBody>
                  <a:tcPr anchor="ctr" marL="91440" marR="91440">
                    <a:lnL w="0">
                      <a:noFill/>
                    </a:lnL>
                    <a:lnR w="0">
                      <a:noFill/>
                    </a:lnR>
                    <a:lnT w="0">
                      <a:noFill/>
                    </a:lnT>
                    <a:lnB w="12700">
                      <a:solidFill>
                        <a:srgbClr val="DDDAD2"/>
                      </a:solidFill>
                    </a:lnB>
                    <a:noFill/>
                  </a:tcPr>
                </a:tc>
                <a:tc>
                  <a:txBody>
                    <a:bodyPr/>
                    <a:lstStyle/>
                    <a:p>
                      <a:pPr algn="ctr"/>
                      <a:r>
                        <a:rPr sz="2800" b="1">
                          <a:solidFill>
                            <a:srgbClr val="8A9095"/>
                          </a:solidFill>
                          <a:latin typeface="Segoe UI"/>
                        </a:rPr>
                        <a:t>—</a:t>
                      </a:r>
                    </a:p>
                  </a:txBody>
                  <a:tcPr anchor="ctr" marL="91440" marR="91440">
                    <a:lnL w="0">
                      <a:noFill/>
                    </a:lnL>
                    <a:lnR w="0">
                      <a:noFill/>
                    </a:lnR>
                    <a:lnT w="0">
                      <a:noFill/>
                    </a:lnT>
                    <a:lnB w="12700">
                      <a:solidFill>
                        <a:srgbClr val="DDDAD2"/>
                      </a:solidFill>
                    </a:lnB>
                    <a:no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371600"/>
            <a:ext cx="7315200" cy="1463040"/>
          </a:xfrm>
          <a:prstGeom prst="rect">
            <a:avLst/>
          </a:prstGeom>
          <a:noFill/>
        </p:spPr>
        <p:txBody>
          <a:bodyPr wrap="square" anchor="t" lIns="0" rIns="0" tIns="0" bIns="0">
            <a:spAutoFit/>
          </a:bodyPr>
          <a:lstStyle/>
          <a:p>
            <a:pPr algn="l"/>
            <a:r>
              <a:rPr sz="12000" b="1" i="0">
                <a:solidFill>
                  <a:srgbClr val="7DECFC"/>
                </a:solidFill>
                <a:latin typeface="Segoe UI"/>
              </a:rPr>
              <a:t>04</a:t>
            </a:r>
          </a:p>
        </p:txBody>
      </p:sp>
      <p:sp>
        <p:nvSpPr>
          <p:cNvPr id="3" name="TextBox 2"/>
          <p:cNvSpPr txBox="1"/>
          <p:nvPr/>
        </p:nvSpPr>
        <p:spPr>
          <a:xfrm>
            <a:off x="548640" y="2834640"/>
            <a:ext cx="9144000" cy="1463040"/>
          </a:xfrm>
          <a:prstGeom prst="rect">
            <a:avLst/>
          </a:prstGeom>
          <a:noFill/>
        </p:spPr>
        <p:txBody>
          <a:bodyPr wrap="square" anchor="t" lIns="0" rIns="0" tIns="0" bIns="0">
            <a:spAutoFit/>
          </a:bodyPr>
          <a:lstStyle/>
          <a:p>
            <a:pPr algn="l"/>
            <a:r>
              <a:rPr sz="9600" b="1" i="0">
                <a:solidFill>
                  <a:srgbClr val="FFFFFF"/>
                </a:solidFill>
                <a:latin typeface="Segoe UI"/>
              </a:rPr>
              <a:t>Deploy</a:t>
            </a:r>
          </a:p>
        </p:txBody>
      </p:sp>
      <p:sp>
        <p:nvSpPr>
          <p:cNvPr id="4" name="TextBox 3"/>
          <p:cNvSpPr txBox="1"/>
          <p:nvPr/>
        </p:nvSpPr>
        <p:spPr>
          <a:xfrm>
            <a:off x="548640" y="4434840"/>
            <a:ext cx="9144000" cy="548640"/>
          </a:xfrm>
          <a:prstGeom prst="rect">
            <a:avLst/>
          </a:prstGeom>
          <a:noFill/>
        </p:spPr>
        <p:txBody>
          <a:bodyPr wrap="square" anchor="t" lIns="0" rIns="0" tIns="0" bIns="0">
            <a:spAutoFit/>
          </a:bodyPr>
          <a:lstStyle/>
          <a:p>
            <a:pPr algn="l"/>
            <a:r>
              <a:rPr sz="2800" b="0" i="0">
                <a:solidFill>
                  <a:srgbClr val="B9BEC2"/>
                </a:solidFill>
                <a:latin typeface="Segoe UI"/>
              </a:rPr>
              <a:t>Put it in front of real people, and watch the bill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02920"/>
            <a:ext cx="10972800" cy="274320"/>
          </a:xfrm>
          <a:prstGeom prst="rect">
            <a:avLst/>
          </a:prstGeom>
          <a:noFill/>
        </p:spPr>
        <p:txBody>
          <a:bodyPr wrap="square" anchor="t" lIns="0" rIns="0" tIns="0" bIns="0">
            <a:spAutoFit/>
          </a:bodyPr>
          <a:lstStyle/>
          <a:p>
            <a:pPr algn="l"/>
            <a:r>
              <a:rPr sz="1400" b="1" i="0">
                <a:solidFill>
                  <a:srgbClr val="05C3DE"/>
                </a:solidFill>
                <a:latin typeface="Segoe UI"/>
              </a:rPr>
              <a:t>04 · DEPLOY</a:t>
            </a:r>
          </a:p>
        </p:txBody>
      </p:sp>
      <p:sp>
        <p:nvSpPr>
          <p:cNvPr id="3" name="TextBox 2"/>
          <p:cNvSpPr txBox="1"/>
          <p:nvPr/>
        </p:nvSpPr>
        <p:spPr>
          <a:xfrm>
            <a:off x="548640" y="502920"/>
            <a:ext cx="10972800" cy="822960"/>
          </a:xfrm>
          <a:prstGeom prst="rect">
            <a:avLst/>
          </a:prstGeom>
          <a:noFill/>
        </p:spPr>
        <p:txBody>
          <a:bodyPr wrap="square" anchor="t" lIns="0" rIns="0" tIns="0" bIns="0">
            <a:spAutoFit/>
          </a:bodyPr>
          <a:lstStyle/>
          <a:p>
            <a:pPr algn="l"/>
            <a:r>
              <a:rPr sz="4000" b="1" i="0">
                <a:solidFill>
                  <a:srgbClr val="151719"/>
                </a:solidFill>
                <a:latin typeface="Segoe UI"/>
              </a:rPr>
              <a:t>Grab your phone and play one of them</a:t>
            </a:r>
          </a:p>
        </p:txBody>
      </p:sp>
      <p:sp>
        <p:nvSpPr>
          <p:cNvPr id="4" name="QR raw-low"/>
          <p:cNvSpPr/>
          <p:nvPr/>
        </p:nvSpPr>
        <p:spPr>
          <a:xfrm>
            <a:off x="975207" y="2651760"/>
            <a:ext cx="1645920" cy="1645920"/>
          </a:xfrm>
          <a:prstGeom prst="roundRect">
            <a:avLst>
              <a:gd name="adj" fmla="val 4000"/>
            </a:avLst>
          </a:prstGeom>
          <a:solidFill>
            <a:srgbClr val="F6F5F1"/>
          </a:solidFill>
          <a:ln w="1587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5207" y="2651760"/>
            <a:ext cx="1645920" cy="1645920"/>
          </a:xfrm>
          <a:prstGeom prst="rect">
            <a:avLst/>
          </a:prstGeom>
          <a:noFill/>
        </p:spPr>
        <p:txBody>
          <a:bodyPr wrap="square" anchor="ctr" lIns="0" rIns="0" tIns="0" bIns="0">
            <a:spAutoFit/>
          </a:bodyPr>
          <a:lstStyle/>
          <a:p>
            <a:pPr algn="ctr"/>
            <a:r>
              <a:rPr sz="1600" b="0" i="0">
                <a:solidFill>
                  <a:srgbClr val="8A9095"/>
                </a:solidFill>
                <a:latin typeface="Segoe UI"/>
              </a:rPr>
              <a:t>QR</a:t>
            </a:r>
          </a:p>
        </p:txBody>
      </p:sp>
      <p:sp>
        <p:nvSpPr>
          <p:cNvPr id="6" name="TextBox 5"/>
          <p:cNvSpPr txBox="1"/>
          <p:nvPr/>
        </p:nvSpPr>
        <p:spPr>
          <a:xfrm>
            <a:off x="792327" y="4297680"/>
            <a:ext cx="2011680" cy="457200"/>
          </a:xfrm>
          <a:prstGeom prst="rect">
            <a:avLst/>
          </a:prstGeom>
          <a:noFill/>
        </p:spPr>
        <p:txBody>
          <a:bodyPr wrap="square" anchor="t" lIns="0" rIns="0" tIns="0" bIns="0">
            <a:spAutoFit/>
          </a:bodyPr>
          <a:lstStyle/>
          <a:p>
            <a:pPr algn="ctr"/>
            <a:r>
              <a:rPr sz="2000" b="1" i="0">
                <a:solidFill>
                  <a:srgbClr val="151719"/>
                </a:solidFill>
                <a:latin typeface="Segoe UI"/>
              </a:rPr>
              <a:t>raw-low</a:t>
            </a:r>
          </a:p>
        </p:txBody>
      </p:sp>
      <p:sp>
        <p:nvSpPr>
          <p:cNvPr id="7" name="TextBox 6"/>
          <p:cNvSpPr txBox="1"/>
          <p:nvPr/>
        </p:nvSpPr>
        <p:spPr>
          <a:xfrm>
            <a:off x="792327" y="4709160"/>
            <a:ext cx="2011680" cy="365760"/>
          </a:xfrm>
          <a:prstGeom prst="rect">
            <a:avLst/>
          </a:prstGeom>
          <a:noFill/>
        </p:spPr>
        <p:txBody>
          <a:bodyPr wrap="square" anchor="t" lIns="0" rIns="0" tIns="0" bIns="0">
            <a:spAutoFit/>
          </a:bodyPr>
          <a:lstStyle/>
          <a:p>
            <a:pPr algn="ctr"/>
            <a:r>
              <a:rPr sz="1400" b="0" i="0">
                <a:solidFill>
                  <a:srgbClr val="8A9095"/>
                </a:solidFill>
                <a:latin typeface="Segoe UI"/>
              </a:rPr>
              <a:t>:3001</a:t>
            </a:r>
          </a:p>
        </p:txBody>
      </p:sp>
      <p:sp>
        <p:nvSpPr>
          <p:cNvPr id="8" name="QR raw-med"/>
          <p:cNvSpPr/>
          <p:nvPr/>
        </p:nvSpPr>
        <p:spPr>
          <a:xfrm>
            <a:off x="3124047" y="2651760"/>
            <a:ext cx="1645920" cy="1645920"/>
          </a:xfrm>
          <a:prstGeom prst="roundRect">
            <a:avLst>
              <a:gd name="adj" fmla="val 4000"/>
            </a:avLst>
          </a:prstGeom>
          <a:solidFill>
            <a:srgbClr val="F6F5F1"/>
          </a:solidFill>
          <a:ln w="1587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24047" y="2651760"/>
            <a:ext cx="1645920" cy="1645920"/>
          </a:xfrm>
          <a:prstGeom prst="rect">
            <a:avLst/>
          </a:prstGeom>
          <a:noFill/>
        </p:spPr>
        <p:txBody>
          <a:bodyPr wrap="square" anchor="ctr" lIns="0" rIns="0" tIns="0" bIns="0">
            <a:spAutoFit/>
          </a:bodyPr>
          <a:lstStyle/>
          <a:p>
            <a:pPr algn="ctr"/>
            <a:r>
              <a:rPr sz="1600" b="0" i="0">
                <a:solidFill>
                  <a:srgbClr val="8A9095"/>
                </a:solidFill>
                <a:latin typeface="Segoe UI"/>
              </a:rPr>
              <a:t>QR</a:t>
            </a:r>
          </a:p>
        </p:txBody>
      </p:sp>
      <p:sp>
        <p:nvSpPr>
          <p:cNvPr id="10" name="TextBox 9"/>
          <p:cNvSpPr txBox="1"/>
          <p:nvPr/>
        </p:nvSpPr>
        <p:spPr>
          <a:xfrm>
            <a:off x="2941167" y="4297680"/>
            <a:ext cx="2011680" cy="457200"/>
          </a:xfrm>
          <a:prstGeom prst="rect">
            <a:avLst/>
          </a:prstGeom>
          <a:noFill/>
        </p:spPr>
        <p:txBody>
          <a:bodyPr wrap="square" anchor="t" lIns="0" rIns="0" tIns="0" bIns="0">
            <a:spAutoFit/>
          </a:bodyPr>
          <a:lstStyle/>
          <a:p>
            <a:pPr algn="ctr"/>
            <a:r>
              <a:rPr sz="2000" b="1" i="0">
                <a:solidFill>
                  <a:srgbClr val="151719"/>
                </a:solidFill>
                <a:latin typeface="Segoe UI"/>
              </a:rPr>
              <a:t>raw-med</a:t>
            </a:r>
          </a:p>
        </p:txBody>
      </p:sp>
      <p:sp>
        <p:nvSpPr>
          <p:cNvPr id="11" name="TextBox 10"/>
          <p:cNvSpPr txBox="1"/>
          <p:nvPr/>
        </p:nvSpPr>
        <p:spPr>
          <a:xfrm>
            <a:off x="2941167" y="4709160"/>
            <a:ext cx="2011680" cy="365760"/>
          </a:xfrm>
          <a:prstGeom prst="rect">
            <a:avLst/>
          </a:prstGeom>
          <a:noFill/>
        </p:spPr>
        <p:txBody>
          <a:bodyPr wrap="square" anchor="t" lIns="0" rIns="0" tIns="0" bIns="0">
            <a:spAutoFit/>
          </a:bodyPr>
          <a:lstStyle/>
          <a:p>
            <a:pPr algn="ctr"/>
            <a:r>
              <a:rPr sz="1400" b="0" i="0">
                <a:solidFill>
                  <a:srgbClr val="8A9095"/>
                </a:solidFill>
                <a:latin typeface="Segoe UI"/>
              </a:rPr>
              <a:t>:3002</a:t>
            </a:r>
          </a:p>
        </p:txBody>
      </p:sp>
      <p:sp>
        <p:nvSpPr>
          <p:cNvPr id="12" name="QR ecc-med"/>
          <p:cNvSpPr/>
          <p:nvPr/>
        </p:nvSpPr>
        <p:spPr>
          <a:xfrm>
            <a:off x="5272887" y="2651760"/>
            <a:ext cx="1645920" cy="1645920"/>
          </a:xfrm>
          <a:prstGeom prst="roundRect">
            <a:avLst>
              <a:gd name="adj" fmla="val 4000"/>
            </a:avLst>
          </a:prstGeom>
          <a:solidFill>
            <a:srgbClr val="F6F5F1"/>
          </a:solidFill>
          <a:ln w="1587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72887" y="2651760"/>
            <a:ext cx="1645920" cy="1645920"/>
          </a:xfrm>
          <a:prstGeom prst="rect">
            <a:avLst/>
          </a:prstGeom>
          <a:noFill/>
        </p:spPr>
        <p:txBody>
          <a:bodyPr wrap="square" anchor="ctr" lIns="0" rIns="0" tIns="0" bIns="0">
            <a:spAutoFit/>
          </a:bodyPr>
          <a:lstStyle/>
          <a:p>
            <a:pPr algn="ctr"/>
            <a:r>
              <a:rPr sz="1600" b="0" i="0">
                <a:solidFill>
                  <a:srgbClr val="8A9095"/>
                </a:solidFill>
                <a:latin typeface="Segoe UI"/>
              </a:rPr>
              <a:t>QR</a:t>
            </a:r>
          </a:p>
        </p:txBody>
      </p:sp>
      <p:sp>
        <p:nvSpPr>
          <p:cNvPr id="14" name="TextBox 13"/>
          <p:cNvSpPr txBox="1"/>
          <p:nvPr/>
        </p:nvSpPr>
        <p:spPr>
          <a:xfrm>
            <a:off x="5090007" y="4297680"/>
            <a:ext cx="2011680" cy="457200"/>
          </a:xfrm>
          <a:prstGeom prst="rect">
            <a:avLst/>
          </a:prstGeom>
          <a:noFill/>
        </p:spPr>
        <p:txBody>
          <a:bodyPr wrap="square" anchor="t" lIns="0" rIns="0" tIns="0" bIns="0">
            <a:spAutoFit/>
          </a:bodyPr>
          <a:lstStyle/>
          <a:p>
            <a:pPr algn="ctr"/>
            <a:r>
              <a:rPr sz="2000" b="1" i="0">
                <a:solidFill>
                  <a:srgbClr val="151719"/>
                </a:solidFill>
                <a:latin typeface="Segoe UI"/>
              </a:rPr>
              <a:t>ecc-med</a:t>
            </a:r>
          </a:p>
        </p:txBody>
      </p:sp>
      <p:sp>
        <p:nvSpPr>
          <p:cNvPr id="15" name="TextBox 14"/>
          <p:cNvSpPr txBox="1"/>
          <p:nvPr/>
        </p:nvSpPr>
        <p:spPr>
          <a:xfrm>
            <a:off x="5090007" y="4709160"/>
            <a:ext cx="2011680" cy="365760"/>
          </a:xfrm>
          <a:prstGeom prst="rect">
            <a:avLst/>
          </a:prstGeom>
          <a:noFill/>
        </p:spPr>
        <p:txBody>
          <a:bodyPr wrap="square" anchor="t" lIns="0" rIns="0" tIns="0" bIns="0">
            <a:spAutoFit/>
          </a:bodyPr>
          <a:lstStyle/>
          <a:p>
            <a:pPr algn="ctr"/>
            <a:r>
              <a:rPr sz="1400" b="0" i="0">
                <a:solidFill>
                  <a:srgbClr val="8A9095"/>
                </a:solidFill>
                <a:latin typeface="Segoe UI"/>
              </a:rPr>
              <a:t>:3003</a:t>
            </a:r>
          </a:p>
        </p:txBody>
      </p:sp>
      <p:sp>
        <p:nvSpPr>
          <p:cNvPr id="16" name="QR firstmate-med"/>
          <p:cNvSpPr/>
          <p:nvPr/>
        </p:nvSpPr>
        <p:spPr>
          <a:xfrm>
            <a:off x="7421727" y="2651760"/>
            <a:ext cx="1645920" cy="1645920"/>
          </a:xfrm>
          <a:prstGeom prst="roundRect">
            <a:avLst>
              <a:gd name="adj" fmla="val 4000"/>
            </a:avLst>
          </a:prstGeom>
          <a:solidFill>
            <a:srgbClr val="F6F5F1"/>
          </a:solidFill>
          <a:ln w="1587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21727" y="2651760"/>
            <a:ext cx="1645920" cy="1645920"/>
          </a:xfrm>
          <a:prstGeom prst="rect">
            <a:avLst/>
          </a:prstGeom>
          <a:noFill/>
        </p:spPr>
        <p:txBody>
          <a:bodyPr wrap="square" anchor="ctr" lIns="0" rIns="0" tIns="0" bIns="0">
            <a:spAutoFit/>
          </a:bodyPr>
          <a:lstStyle/>
          <a:p>
            <a:pPr algn="ctr"/>
            <a:r>
              <a:rPr sz="1600" b="0" i="0">
                <a:solidFill>
                  <a:srgbClr val="8A9095"/>
                </a:solidFill>
                <a:latin typeface="Segoe UI"/>
              </a:rPr>
              <a:t>QR</a:t>
            </a:r>
          </a:p>
        </p:txBody>
      </p:sp>
      <p:sp>
        <p:nvSpPr>
          <p:cNvPr id="18" name="TextBox 17"/>
          <p:cNvSpPr txBox="1"/>
          <p:nvPr/>
        </p:nvSpPr>
        <p:spPr>
          <a:xfrm>
            <a:off x="7238847" y="4297680"/>
            <a:ext cx="2011680" cy="457200"/>
          </a:xfrm>
          <a:prstGeom prst="rect">
            <a:avLst/>
          </a:prstGeom>
          <a:noFill/>
        </p:spPr>
        <p:txBody>
          <a:bodyPr wrap="square" anchor="t" lIns="0" rIns="0" tIns="0" bIns="0">
            <a:spAutoFit/>
          </a:bodyPr>
          <a:lstStyle/>
          <a:p>
            <a:pPr algn="ctr"/>
            <a:r>
              <a:rPr sz="2000" b="1" i="0">
                <a:solidFill>
                  <a:srgbClr val="151719"/>
                </a:solidFill>
                <a:latin typeface="Segoe UI"/>
              </a:rPr>
              <a:t>firstmate-med</a:t>
            </a:r>
          </a:p>
        </p:txBody>
      </p:sp>
      <p:sp>
        <p:nvSpPr>
          <p:cNvPr id="19" name="TextBox 18"/>
          <p:cNvSpPr txBox="1"/>
          <p:nvPr/>
        </p:nvSpPr>
        <p:spPr>
          <a:xfrm>
            <a:off x="7238847" y="4709160"/>
            <a:ext cx="2011680" cy="365760"/>
          </a:xfrm>
          <a:prstGeom prst="rect">
            <a:avLst/>
          </a:prstGeom>
          <a:noFill/>
        </p:spPr>
        <p:txBody>
          <a:bodyPr wrap="square" anchor="t" lIns="0" rIns="0" tIns="0" bIns="0">
            <a:spAutoFit/>
          </a:bodyPr>
          <a:lstStyle/>
          <a:p>
            <a:pPr algn="ctr"/>
            <a:r>
              <a:rPr sz="1400" b="0" i="0">
                <a:solidFill>
                  <a:srgbClr val="8A9095"/>
                </a:solidFill>
                <a:latin typeface="Segoe UI"/>
              </a:rPr>
              <a:t>:3004</a:t>
            </a:r>
          </a:p>
        </p:txBody>
      </p:sp>
      <p:sp>
        <p:nvSpPr>
          <p:cNvPr id="20" name="QR matt-med"/>
          <p:cNvSpPr/>
          <p:nvPr/>
        </p:nvSpPr>
        <p:spPr>
          <a:xfrm>
            <a:off x="9570567" y="2651760"/>
            <a:ext cx="1645920" cy="1645920"/>
          </a:xfrm>
          <a:prstGeom prst="roundRect">
            <a:avLst>
              <a:gd name="adj" fmla="val 4000"/>
            </a:avLst>
          </a:prstGeom>
          <a:solidFill>
            <a:srgbClr val="F6F5F1"/>
          </a:solidFill>
          <a:ln w="1587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70567" y="2651760"/>
            <a:ext cx="1645920" cy="1645920"/>
          </a:xfrm>
          <a:prstGeom prst="rect">
            <a:avLst/>
          </a:prstGeom>
          <a:noFill/>
        </p:spPr>
        <p:txBody>
          <a:bodyPr wrap="square" anchor="ctr" lIns="0" rIns="0" tIns="0" bIns="0">
            <a:spAutoFit/>
          </a:bodyPr>
          <a:lstStyle/>
          <a:p>
            <a:pPr algn="ctr"/>
            <a:r>
              <a:rPr sz="1600" b="0" i="0">
                <a:solidFill>
                  <a:srgbClr val="8A9095"/>
                </a:solidFill>
                <a:latin typeface="Segoe UI"/>
              </a:rPr>
              <a:t>QR</a:t>
            </a:r>
          </a:p>
        </p:txBody>
      </p:sp>
      <p:sp>
        <p:nvSpPr>
          <p:cNvPr id="22" name="TextBox 21"/>
          <p:cNvSpPr txBox="1"/>
          <p:nvPr/>
        </p:nvSpPr>
        <p:spPr>
          <a:xfrm>
            <a:off x="9387687" y="4297680"/>
            <a:ext cx="2011680" cy="457200"/>
          </a:xfrm>
          <a:prstGeom prst="rect">
            <a:avLst/>
          </a:prstGeom>
          <a:noFill/>
        </p:spPr>
        <p:txBody>
          <a:bodyPr wrap="square" anchor="t" lIns="0" rIns="0" tIns="0" bIns="0">
            <a:spAutoFit/>
          </a:bodyPr>
          <a:lstStyle/>
          <a:p>
            <a:pPr algn="ctr"/>
            <a:r>
              <a:rPr sz="2000" b="1" i="0">
                <a:solidFill>
                  <a:srgbClr val="151719"/>
                </a:solidFill>
                <a:latin typeface="Segoe UI"/>
              </a:rPr>
              <a:t>matt-med</a:t>
            </a:r>
          </a:p>
        </p:txBody>
      </p:sp>
      <p:sp>
        <p:nvSpPr>
          <p:cNvPr id="23" name="TextBox 22"/>
          <p:cNvSpPr txBox="1"/>
          <p:nvPr/>
        </p:nvSpPr>
        <p:spPr>
          <a:xfrm>
            <a:off x="9387687" y="4709160"/>
            <a:ext cx="2011680" cy="365760"/>
          </a:xfrm>
          <a:prstGeom prst="rect">
            <a:avLst/>
          </a:prstGeom>
          <a:noFill/>
        </p:spPr>
        <p:txBody>
          <a:bodyPr wrap="square" anchor="t" lIns="0" rIns="0" tIns="0" bIns="0">
            <a:spAutoFit/>
          </a:bodyPr>
          <a:lstStyle/>
          <a:p>
            <a:pPr algn="ctr"/>
            <a:r>
              <a:rPr sz="1400" b="0" i="0">
                <a:solidFill>
                  <a:srgbClr val="8A9095"/>
                </a:solidFill>
                <a:latin typeface="Segoe UI"/>
              </a:rPr>
              <a:t>:3005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0"/>
            <a:ext cx="5852160" cy="2194560"/>
          </a:xfrm>
          <a:prstGeom prst="rect">
            <a:avLst/>
          </a:prstGeom>
          <a:noFill/>
        </p:spPr>
        <p:txBody>
          <a:bodyPr wrap="square" anchor="ctr" lIns="0" rIns="0" tIns="0" bIns="0">
            <a:spAutoFit/>
          </a:bodyPr>
          <a:lstStyle/>
          <a:p>
            <a:pPr algn="l"/>
            <a:r>
              <a:rPr sz="4000" b="1" i="0">
                <a:solidFill>
                  <a:srgbClr val="FFFFFF"/>
                </a:solidFill>
                <a:latin typeface="Segoe UI"/>
              </a:rPr>
              <a:t>When code is cheap, what matters is whether it fits the business and the people using it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02920"/>
            <a:ext cx="10972800" cy="822960"/>
          </a:xfrm>
          <a:prstGeom prst="rect">
            <a:avLst/>
          </a:prstGeom>
          <a:noFill/>
        </p:spPr>
        <p:txBody>
          <a:bodyPr wrap="square" anchor="t" lIns="0" rIns="0" tIns="0" bIns="0">
            <a:spAutoFit/>
          </a:bodyPr>
          <a:lstStyle/>
          <a:p>
            <a:pPr algn="l"/>
            <a:r>
              <a:rPr sz="4000" b="1" i="0">
                <a:solidFill>
                  <a:srgbClr val="151719"/>
                </a:solidFill>
                <a:latin typeface="Segoe UI"/>
              </a:rPr>
              <a:t>What happens at work</a:t>
            </a:r>
          </a:p>
        </p:txBody>
      </p:sp>
      <p:pic>
        <p:nvPicPr>
          <p:cNvPr id="3" name="Picture 2" descr="rocket.png"/>
          <p:cNvPicPr>
            <a:picLocks noChangeAspect="1"/>
          </p:cNvPicPr>
          <p:nvPr/>
        </p:nvPicPr>
        <p:blipFill>
          <a:blip r:embed="rId3"/>
          <a:stretch>
            <a:fillRect/>
          </a:stretch>
        </p:blipFill>
        <p:spPr>
          <a:xfrm>
            <a:off x="1615287" y="2103120"/>
            <a:ext cx="1097280" cy="1097280"/>
          </a:xfrm>
          <a:prstGeom prst="rect">
            <a:avLst/>
          </a:prstGeom>
        </p:spPr>
      </p:pic>
      <p:sp>
        <p:nvSpPr>
          <p:cNvPr id="4" name="TextBox 3"/>
          <p:cNvSpPr txBox="1"/>
          <p:nvPr/>
        </p:nvSpPr>
        <p:spPr>
          <a:xfrm>
            <a:off x="609447" y="3520440"/>
            <a:ext cx="3108960" cy="731520"/>
          </a:xfrm>
          <a:prstGeom prst="rect">
            <a:avLst/>
          </a:prstGeom>
          <a:noFill/>
        </p:spPr>
        <p:txBody>
          <a:bodyPr wrap="square" anchor="t" lIns="0" rIns="0" tIns="0" bIns="0">
            <a:spAutoFit/>
          </a:bodyPr>
          <a:lstStyle/>
          <a:p>
            <a:pPr algn="ctr"/>
            <a:r>
              <a:rPr sz="3000" b="1" i="0">
                <a:solidFill>
                  <a:srgbClr val="151719"/>
                </a:solidFill>
                <a:latin typeface="Segoe UI"/>
              </a:rPr>
              <a:t>You ship faster</a:t>
            </a:r>
          </a:p>
        </p:txBody>
      </p:sp>
      <p:sp>
        <p:nvSpPr>
          <p:cNvPr id="5" name="Right Arrow 4"/>
          <p:cNvSpPr/>
          <p:nvPr/>
        </p:nvSpPr>
        <p:spPr>
          <a:xfrm>
            <a:off x="3901287" y="2468880"/>
            <a:ext cx="457200" cy="365760"/>
          </a:xfrm>
          <a:prstGeom prst="rightArrow">
            <a:avLst/>
          </a:prstGeom>
          <a:solidFill>
            <a:srgbClr val="DDD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oins.png"/>
          <p:cNvPicPr>
            <a:picLocks noChangeAspect="1"/>
          </p:cNvPicPr>
          <p:nvPr/>
        </p:nvPicPr>
        <p:blipFill>
          <a:blip r:embed="rId4"/>
          <a:stretch>
            <a:fillRect/>
          </a:stretch>
        </p:blipFill>
        <p:spPr>
          <a:xfrm>
            <a:off x="5547207" y="2103120"/>
            <a:ext cx="1097280" cy="1097280"/>
          </a:xfrm>
          <a:prstGeom prst="rect">
            <a:avLst/>
          </a:prstGeom>
        </p:spPr>
      </p:pic>
      <p:sp>
        <p:nvSpPr>
          <p:cNvPr id="7" name="TextBox 6"/>
          <p:cNvSpPr txBox="1"/>
          <p:nvPr/>
        </p:nvSpPr>
        <p:spPr>
          <a:xfrm>
            <a:off x="4541367" y="3520440"/>
            <a:ext cx="3108960" cy="731520"/>
          </a:xfrm>
          <a:prstGeom prst="rect">
            <a:avLst/>
          </a:prstGeom>
          <a:noFill/>
        </p:spPr>
        <p:txBody>
          <a:bodyPr wrap="square" anchor="t" lIns="0" rIns="0" tIns="0" bIns="0">
            <a:spAutoFit/>
          </a:bodyPr>
          <a:lstStyle/>
          <a:p>
            <a:pPr algn="ctr"/>
            <a:r>
              <a:rPr sz="3000" b="1" i="0">
                <a:solidFill>
                  <a:srgbClr val="151719"/>
                </a:solidFill>
                <a:latin typeface="Segoe UI"/>
              </a:rPr>
              <a:t>The bill grows</a:t>
            </a:r>
          </a:p>
        </p:txBody>
      </p:sp>
      <p:sp>
        <p:nvSpPr>
          <p:cNvPr id="8" name="Right Arrow 7"/>
          <p:cNvSpPr/>
          <p:nvPr/>
        </p:nvSpPr>
        <p:spPr>
          <a:xfrm>
            <a:off x="7833207" y="2468880"/>
            <a:ext cx="457200" cy="365760"/>
          </a:xfrm>
          <a:prstGeom prst="rightArrow">
            <a:avLst/>
          </a:prstGeom>
          <a:solidFill>
            <a:srgbClr val="DDDA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cissors.png"/>
          <p:cNvPicPr>
            <a:picLocks noChangeAspect="1"/>
          </p:cNvPicPr>
          <p:nvPr/>
        </p:nvPicPr>
        <p:blipFill>
          <a:blip r:embed="rId5"/>
          <a:stretch>
            <a:fillRect/>
          </a:stretch>
        </p:blipFill>
        <p:spPr>
          <a:xfrm>
            <a:off x="9479127" y="2103120"/>
            <a:ext cx="1097280" cy="1097280"/>
          </a:xfrm>
          <a:prstGeom prst="rect">
            <a:avLst/>
          </a:prstGeom>
        </p:spPr>
      </p:pic>
      <p:sp>
        <p:nvSpPr>
          <p:cNvPr id="10" name="TextBox 9"/>
          <p:cNvSpPr txBox="1"/>
          <p:nvPr/>
        </p:nvSpPr>
        <p:spPr>
          <a:xfrm>
            <a:off x="8473287" y="3520440"/>
            <a:ext cx="3108960" cy="731520"/>
          </a:xfrm>
          <a:prstGeom prst="rect">
            <a:avLst/>
          </a:prstGeom>
          <a:noFill/>
        </p:spPr>
        <p:txBody>
          <a:bodyPr wrap="square" anchor="t" lIns="0" rIns="0" tIns="0" bIns="0">
            <a:spAutoFit/>
          </a:bodyPr>
          <a:lstStyle/>
          <a:p>
            <a:pPr algn="ctr"/>
            <a:r>
              <a:rPr sz="3000" b="1" i="0">
                <a:solidFill>
                  <a:srgbClr val="05C3DE"/>
                </a:solidFill>
                <a:latin typeface="Segoe UI"/>
              </a:rPr>
              <a:t>So you cut context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02920"/>
            <a:ext cx="10972800" cy="274320"/>
          </a:xfrm>
          <a:prstGeom prst="rect">
            <a:avLst/>
          </a:prstGeom>
          <a:noFill/>
        </p:spPr>
        <p:txBody>
          <a:bodyPr wrap="square" anchor="t" lIns="0" rIns="0" tIns="0" bIns="0">
            <a:spAutoFit/>
          </a:bodyPr>
          <a:lstStyle/>
          <a:p>
            <a:pPr algn="l"/>
            <a:r>
              <a:rPr sz="1400" b="1" i="0">
                <a:solidFill>
                  <a:srgbClr val="7DECFC"/>
                </a:solidFill>
                <a:latin typeface="Segoe UI"/>
              </a:rPr>
              <a:t>TAKEAWAYS</a:t>
            </a:r>
          </a:p>
        </p:txBody>
      </p:sp>
      <p:sp>
        <p:nvSpPr>
          <p:cNvPr id="3" name="Loop ring"/>
          <p:cNvSpPr/>
          <p:nvPr/>
        </p:nvSpPr>
        <p:spPr>
          <a:xfrm>
            <a:off x="1417320" y="2194560"/>
            <a:ext cx="2651760" cy="2651760"/>
          </a:xfrm>
          <a:prstGeom prst="ellipse">
            <a:avLst/>
          </a:prstGeom>
          <a:noFill/>
          <a:ln w="38100">
            <a:solidFill>
              <a:srgbClr val="05C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Loop node 1"/>
          <p:cNvSpPr/>
          <p:nvPr/>
        </p:nvSpPr>
        <p:spPr>
          <a:xfrm>
            <a:off x="2459736" y="1911096"/>
            <a:ext cx="566928" cy="566928"/>
          </a:xfrm>
          <a:prstGeom prst="ellipse">
            <a:avLst/>
          </a:prstGeom>
          <a:solidFill>
            <a:srgbClr val="05C3DE"/>
          </a:solidFill>
          <a:ln w="25400">
            <a:solidFill>
              <a:srgbClr val="05C3D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51719"/>
                </a:solidFill>
                <a:latin typeface="Segoe UI"/>
              </a:rPr>
              <a:t>1</a:t>
            </a:r>
          </a:p>
        </p:txBody>
      </p:sp>
      <p:sp>
        <p:nvSpPr>
          <p:cNvPr id="5" name="TextBox 4"/>
          <p:cNvSpPr txBox="1"/>
          <p:nvPr/>
        </p:nvSpPr>
        <p:spPr>
          <a:xfrm>
            <a:off x="1554480" y="1289304"/>
            <a:ext cx="2377440" cy="548640"/>
          </a:xfrm>
          <a:prstGeom prst="rect">
            <a:avLst/>
          </a:prstGeom>
          <a:noFill/>
        </p:spPr>
        <p:txBody>
          <a:bodyPr wrap="square" anchor="ctr" lIns="0" rIns="0" tIns="0" bIns="0">
            <a:spAutoFit/>
          </a:bodyPr>
          <a:lstStyle/>
          <a:p>
            <a:pPr algn="ctr"/>
            <a:r>
              <a:rPr sz="2800" b="1" i="0">
                <a:solidFill>
                  <a:srgbClr val="FFFFFF"/>
                </a:solidFill>
                <a:latin typeface="Segoe UI"/>
              </a:rPr>
              <a:t/>
            </a:r>
          </a:p>
        </p:txBody>
      </p:sp>
      <p:sp>
        <p:nvSpPr>
          <p:cNvPr id="6" name="Loop node 2"/>
          <p:cNvSpPr/>
          <p:nvPr/>
        </p:nvSpPr>
        <p:spPr>
          <a:xfrm>
            <a:off x="3785616" y="3236976"/>
            <a:ext cx="566928" cy="566928"/>
          </a:xfrm>
          <a:prstGeom prst="ellipse">
            <a:avLst/>
          </a:prstGeom>
          <a:solidFill>
            <a:srgbClr val="05C3DE"/>
          </a:solidFill>
          <a:ln w="25400">
            <a:solidFill>
              <a:srgbClr val="05C3D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51719"/>
                </a:solidFill>
                <a:latin typeface="Segoe UI"/>
              </a:rPr>
              <a:t>2</a:t>
            </a:r>
          </a:p>
        </p:txBody>
      </p:sp>
      <p:sp>
        <p:nvSpPr>
          <p:cNvPr id="7" name="TextBox 6"/>
          <p:cNvSpPr txBox="1"/>
          <p:nvPr/>
        </p:nvSpPr>
        <p:spPr>
          <a:xfrm>
            <a:off x="4535424" y="3246120"/>
            <a:ext cx="2377440" cy="548640"/>
          </a:xfrm>
          <a:prstGeom prst="rect">
            <a:avLst/>
          </a:prstGeom>
          <a:noFill/>
        </p:spPr>
        <p:txBody>
          <a:bodyPr wrap="square" anchor="ctr" lIns="0" rIns="0" tIns="0" bIns="0">
            <a:spAutoFit/>
          </a:bodyPr>
          <a:lstStyle/>
          <a:p>
            <a:pPr algn="l"/>
            <a:r>
              <a:rPr sz="2800" b="1" i="0">
                <a:solidFill>
                  <a:srgbClr val="FFFFFF"/>
                </a:solidFill>
                <a:latin typeface="Segoe UI"/>
              </a:rPr>
              <a:t/>
            </a:r>
          </a:p>
        </p:txBody>
      </p:sp>
      <p:sp>
        <p:nvSpPr>
          <p:cNvPr id="8" name="Loop node 3"/>
          <p:cNvSpPr/>
          <p:nvPr/>
        </p:nvSpPr>
        <p:spPr>
          <a:xfrm>
            <a:off x="2459736" y="4562856"/>
            <a:ext cx="566928" cy="566928"/>
          </a:xfrm>
          <a:prstGeom prst="ellipse">
            <a:avLst/>
          </a:prstGeom>
          <a:solidFill>
            <a:srgbClr val="05C3DE"/>
          </a:solidFill>
          <a:ln w="25400">
            <a:solidFill>
              <a:srgbClr val="05C3D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51719"/>
                </a:solidFill>
                <a:latin typeface="Segoe UI"/>
              </a:rPr>
              <a:t>3</a:t>
            </a:r>
          </a:p>
        </p:txBody>
      </p:sp>
      <p:sp>
        <p:nvSpPr>
          <p:cNvPr id="9" name="TextBox 8"/>
          <p:cNvSpPr txBox="1"/>
          <p:nvPr/>
        </p:nvSpPr>
        <p:spPr>
          <a:xfrm>
            <a:off x="1554480" y="5202936"/>
            <a:ext cx="2377440" cy="548640"/>
          </a:xfrm>
          <a:prstGeom prst="rect">
            <a:avLst/>
          </a:prstGeom>
          <a:noFill/>
        </p:spPr>
        <p:txBody>
          <a:bodyPr wrap="square" anchor="ctr" lIns="0" rIns="0" tIns="0" bIns="0">
            <a:spAutoFit/>
          </a:bodyPr>
          <a:lstStyle/>
          <a:p>
            <a:pPr algn="ctr"/>
            <a:r>
              <a:rPr sz="2800" b="1" i="0">
                <a:solidFill>
                  <a:srgbClr val="FFFFFF"/>
                </a:solidFill>
                <a:latin typeface="Segoe UI"/>
              </a:rPr>
              <a:t/>
            </a:r>
          </a:p>
        </p:txBody>
      </p:sp>
      <p:sp>
        <p:nvSpPr>
          <p:cNvPr id="10" name="Loop node 4"/>
          <p:cNvSpPr/>
          <p:nvPr/>
        </p:nvSpPr>
        <p:spPr>
          <a:xfrm>
            <a:off x="1133856" y="3236976"/>
            <a:ext cx="566928" cy="566928"/>
          </a:xfrm>
          <a:prstGeom prst="ellipse">
            <a:avLst/>
          </a:prstGeom>
          <a:solidFill>
            <a:srgbClr val="05C3DE"/>
          </a:solidFill>
          <a:ln w="25400">
            <a:solidFill>
              <a:srgbClr val="05C3D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51719"/>
                </a:solidFill>
                <a:latin typeface="Segoe UI"/>
              </a:rPr>
              <a:t>4</a:t>
            </a:r>
          </a:p>
        </p:txBody>
      </p:sp>
      <p:sp>
        <p:nvSpPr>
          <p:cNvPr id="11" name="TextBox 10"/>
          <p:cNvSpPr txBox="1"/>
          <p:nvPr/>
        </p:nvSpPr>
        <p:spPr>
          <a:xfrm>
            <a:off x="-1426464" y="3246120"/>
            <a:ext cx="2377440" cy="548640"/>
          </a:xfrm>
          <a:prstGeom prst="rect">
            <a:avLst/>
          </a:prstGeom>
          <a:noFill/>
        </p:spPr>
        <p:txBody>
          <a:bodyPr wrap="square" anchor="ctr" lIns="0" rIns="0" tIns="0" bIns="0">
            <a:spAutoFit/>
          </a:bodyPr>
          <a:lstStyle/>
          <a:p>
            <a:pPr algn="r"/>
            <a:r>
              <a:rPr sz="2800" b="1" i="0">
                <a:solidFill>
                  <a:srgbClr val="FFFFFF"/>
                </a:solidFill>
                <a:latin typeface="Segoe UI"/>
              </a:rPr>
              <a:t/>
            </a:r>
          </a:p>
        </p:txBody>
      </p:sp>
      <p:sp>
        <p:nvSpPr>
          <p:cNvPr id="12" name="TextBox 11"/>
          <p:cNvSpPr txBox="1"/>
          <p:nvPr/>
        </p:nvSpPr>
        <p:spPr>
          <a:xfrm>
            <a:off x="4754880" y="1371600"/>
            <a:ext cx="6949440" cy="4389120"/>
          </a:xfrm>
          <a:prstGeom prst="rect">
            <a:avLst/>
          </a:prstGeom>
          <a:noFill/>
        </p:spPr>
        <p:txBody>
          <a:bodyPr wrap="square" anchor="ctr" lIns="0" rIns="0" tIns="0" bIns="0">
            <a:spAutoFit/>
          </a:bodyPr>
          <a:lstStyle/>
          <a:p>
            <a:pPr algn="l">
              <a:spcAft>
                <a:spcPts val="2200"/>
              </a:spcAft>
            </a:pPr>
            <a:r>
              <a:rPr sz="2500" b="1" i="0">
                <a:solidFill>
                  <a:srgbClr val="05C3DE"/>
                </a:solidFill>
                <a:latin typeface="Segoe UI"/>
              </a:rPr>
              <a:t>1  </a:t>
            </a:r>
            <a:r>
              <a:rPr sz="2500" b="1" i="0">
                <a:solidFill>
                  <a:srgbClr val="FFFFFF"/>
                </a:solidFill>
                <a:latin typeface="Segoe UI"/>
              </a:rPr>
              <a:t>Spec what you want, not how to build it</a:t>
            </a:r>
          </a:p>
          <a:p>
            <a:pPr algn="l">
              <a:spcAft>
                <a:spcPts val="2200"/>
              </a:spcAft>
            </a:pPr>
            <a:r>
              <a:rPr sz="2500" b="1" i="0">
                <a:solidFill>
                  <a:srgbClr val="05C3DE"/>
                </a:solidFill>
                <a:latin typeface="Segoe UI"/>
              </a:rPr>
              <a:t>2  </a:t>
            </a:r>
            <a:r>
              <a:rPr sz="2500" b="1" i="0">
                <a:solidFill>
                  <a:srgbClr val="FFFFFF"/>
                </a:solidFill>
                <a:latin typeface="Segoe UI"/>
              </a:rPr>
              <a:t>Let the agent implement inside a harness</a:t>
            </a:r>
          </a:p>
          <a:p>
            <a:pPr algn="l">
              <a:spcAft>
                <a:spcPts val="2200"/>
              </a:spcAft>
            </a:pPr>
            <a:r>
              <a:rPr sz="2500" b="1" i="0">
                <a:solidFill>
                  <a:srgbClr val="05C3DE"/>
                </a:solidFill>
                <a:latin typeface="Segoe UI"/>
              </a:rPr>
              <a:t>3  </a:t>
            </a:r>
            <a:r>
              <a:rPr sz="2500" b="1" i="0">
                <a:solidFill>
                  <a:srgbClr val="FFFFFF"/>
                </a:solidFill>
                <a:latin typeface="Segoe UI"/>
              </a:rPr>
              <a:t>Prove it with QA you can measure</a:t>
            </a:r>
          </a:p>
          <a:p>
            <a:pPr algn="l">
              <a:spcAft>
                <a:spcPts val="2200"/>
              </a:spcAft>
            </a:pPr>
            <a:r>
              <a:rPr sz="2500" b="1" i="0">
                <a:solidFill>
                  <a:srgbClr val="05C3DE"/>
                </a:solidFill>
                <a:latin typeface="Segoe UI"/>
              </a:rPr>
              <a:t>4  </a:t>
            </a:r>
            <a:r>
              <a:rPr sz="2500" b="1" i="0">
                <a:solidFill>
                  <a:srgbClr val="FFFFFF"/>
                </a:solidFill>
                <a:latin typeface="Segoe UI"/>
              </a:rPr>
              <a:t>Deploy it, and watch what it costs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6000"/>
              <a:t>Questions?</a:t>
            </a:r>
          </a:p>
        </p:txBody>
      </p:sp>
      <p:sp>
        <p:nvSpPr>
          <p:cNvPr id="3" name="TextBox 2"/>
          <p:cNvSpPr txBox="1"/>
          <p:nvPr/>
        </p:nvSpPr>
        <p:spPr>
          <a:xfrm>
            <a:off x="1828800" y="4160520"/>
            <a:ext cx="8534095" cy="457200"/>
          </a:xfrm>
          <a:prstGeom prst="rect">
            <a:avLst/>
          </a:prstGeom>
          <a:noFill/>
        </p:spPr>
        <p:txBody>
          <a:bodyPr wrap="square" anchor="t" lIns="0" rIns="0" tIns="0" bIns="0">
            <a:spAutoFit/>
          </a:bodyPr>
          <a:lstStyle/>
          <a:p>
            <a:pPr algn="ctr"/>
            <a:r>
              <a:rPr sz="2200" b="0" i="0">
                <a:solidFill>
                  <a:srgbClr val="B9BEC2"/>
                </a:solidFill>
                <a:latin typeface="Segoe UI"/>
              </a:rPr>
              <a:t>Sakari Nahi · Zure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800"/>
              <a:t>We’ve lost something: the flow</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0"/>
            <a:ext cx="7315200" cy="2194560"/>
          </a:xfrm>
          <a:prstGeom prst="rect">
            <a:avLst/>
          </a:prstGeom>
          <a:noFill/>
        </p:spPr>
        <p:txBody>
          <a:bodyPr wrap="square" anchor="ctr" lIns="0" rIns="0" tIns="0" bIns="0">
            <a:spAutoFit/>
          </a:bodyPr>
          <a:lstStyle/>
          <a:p>
            <a:pPr algn="l"/>
            <a:r>
              <a:rPr sz="6400" b="1" i="0">
                <a:solidFill>
                  <a:srgbClr val="151719"/>
                </a:solidFill>
                <a:latin typeface="Segoe UI"/>
              </a:rPr>
              <a:t>What have we gained?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731520" y="3429000"/>
            <a:ext cx="10728655" cy="0"/>
          </a:xfrm>
          <a:prstGeom prst="line">
            <a:avLst/>
          </a:prstGeom>
          <a:ln>
            <a:solidFill>
              <a:srgbClr val="DDDAD2"/>
            </a:solidFill>
          </a:ln>
        </p:spPr>
        <p:style>
          <a:lnRef idx="2">
            <a:schemeClr val="accent1"/>
          </a:lnRef>
          <a:fillRef idx="0">
            <a:schemeClr val="accent1"/>
          </a:fillRef>
          <a:effectRef idx="1">
            <a:schemeClr val="accent1"/>
          </a:effectRef>
          <a:fontRef idx="minor">
            <a:schemeClr val="tx1"/>
          </a:fontRef>
        </p:style>
      </p:cxnSp>
      <p:sp>
        <p:nvSpPr>
          <p:cNvPr id="3" name="Oval 2"/>
          <p:cNvSpPr/>
          <p:nvPr/>
        </p:nvSpPr>
        <p:spPr>
          <a:xfrm>
            <a:off x="2011680" y="3227832"/>
            <a:ext cx="402336" cy="402336"/>
          </a:xfrm>
          <a:prstGeom prst="ellipse">
            <a:avLst/>
          </a:prstGeom>
          <a:solidFill>
            <a:srgbClr val="FFFFFF"/>
          </a:solidFill>
          <a:ln w="25400">
            <a:solidFill>
              <a:srgbClr val="8A90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0" y="2286000"/>
            <a:ext cx="4572000" cy="548640"/>
          </a:xfrm>
          <a:prstGeom prst="rect">
            <a:avLst/>
          </a:prstGeom>
          <a:noFill/>
        </p:spPr>
        <p:txBody>
          <a:bodyPr wrap="square" anchor="t" lIns="0" rIns="0" tIns="0" bIns="0">
            <a:spAutoFit/>
          </a:bodyPr>
          <a:lstStyle/>
          <a:p>
            <a:pPr algn="l"/>
            <a:r>
              <a:rPr sz="2400" b="0" i="0">
                <a:solidFill>
                  <a:srgbClr val="555A5E"/>
                </a:solidFill>
                <a:latin typeface="Segoe UI"/>
              </a:rPr>
              <a:t>Feb 2025</a:t>
            </a:r>
          </a:p>
        </p:txBody>
      </p:sp>
      <p:sp>
        <p:nvSpPr>
          <p:cNvPr id="5" name="TextBox 4"/>
          <p:cNvSpPr txBox="1"/>
          <p:nvPr/>
        </p:nvSpPr>
        <p:spPr>
          <a:xfrm>
            <a:off x="2011680" y="3886200"/>
            <a:ext cx="4572000" cy="914400"/>
          </a:xfrm>
          <a:prstGeom prst="rect">
            <a:avLst/>
          </a:prstGeom>
          <a:noFill/>
        </p:spPr>
        <p:txBody>
          <a:bodyPr wrap="square" anchor="t" lIns="0" rIns="0" tIns="0" bIns="0">
            <a:spAutoFit/>
          </a:bodyPr>
          <a:lstStyle/>
          <a:p>
            <a:pPr algn="l"/>
            <a:r>
              <a:rPr sz="4000" b="1" i="0">
                <a:solidFill>
                  <a:srgbClr val="555A5E"/>
                </a:solidFill>
                <a:latin typeface="Segoe UI"/>
              </a:rPr>
              <a:t>Vibe coding</a:t>
            </a:r>
          </a:p>
        </p:txBody>
      </p:sp>
      <p:sp>
        <p:nvSpPr>
          <p:cNvPr id="6" name="Oval 5"/>
          <p:cNvSpPr/>
          <p:nvPr/>
        </p:nvSpPr>
        <p:spPr>
          <a:xfrm>
            <a:off x="7315200" y="3227832"/>
            <a:ext cx="402336" cy="402336"/>
          </a:xfrm>
          <a:prstGeom prst="ellipse">
            <a:avLst/>
          </a:prstGeom>
          <a:solidFill>
            <a:srgbClr val="05C3DE"/>
          </a:solidFill>
          <a:ln w="25400">
            <a:solidFill>
              <a:srgbClr val="05C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2286000"/>
            <a:ext cx="4572000" cy="548640"/>
          </a:xfrm>
          <a:prstGeom prst="rect">
            <a:avLst/>
          </a:prstGeom>
          <a:noFill/>
        </p:spPr>
        <p:txBody>
          <a:bodyPr wrap="square" anchor="t" lIns="0" rIns="0" tIns="0" bIns="0">
            <a:spAutoFit/>
          </a:bodyPr>
          <a:lstStyle/>
          <a:p>
            <a:pPr algn="l"/>
            <a:r>
              <a:rPr sz="2400" b="0" i="0">
                <a:solidFill>
                  <a:srgbClr val="555A5E"/>
                </a:solidFill>
                <a:latin typeface="Segoe UI"/>
              </a:rPr>
              <a:t>Feb 2026</a:t>
            </a:r>
          </a:p>
        </p:txBody>
      </p:sp>
      <p:sp>
        <p:nvSpPr>
          <p:cNvPr id="8" name="TextBox 7"/>
          <p:cNvSpPr txBox="1"/>
          <p:nvPr/>
        </p:nvSpPr>
        <p:spPr>
          <a:xfrm>
            <a:off x="7315200" y="3886200"/>
            <a:ext cx="4572000" cy="914400"/>
          </a:xfrm>
          <a:prstGeom prst="rect">
            <a:avLst/>
          </a:prstGeom>
          <a:noFill/>
        </p:spPr>
        <p:txBody>
          <a:bodyPr wrap="square" anchor="t" lIns="0" rIns="0" tIns="0" bIns="0">
            <a:spAutoFit/>
          </a:bodyPr>
          <a:lstStyle/>
          <a:p>
            <a:pPr algn="l"/>
            <a:r>
              <a:rPr sz="4000" b="1" i="0">
                <a:solidFill>
                  <a:srgbClr val="151719"/>
                </a:solidFill>
                <a:latin typeface="Segoe UI"/>
              </a:rPr>
              <a:t>Agentic engineering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0"/>
            <a:ext cx="7315200" cy="2194560"/>
          </a:xfrm>
          <a:prstGeom prst="rect">
            <a:avLst/>
          </a:prstGeom>
          <a:noFill/>
        </p:spPr>
        <p:txBody>
          <a:bodyPr wrap="square" anchor="ctr" lIns="0" rIns="0" tIns="0" bIns="0">
            <a:spAutoFit/>
          </a:bodyPr>
          <a:lstStyle/>
          <a:p>
            <a:pPr algn="l"/>
            <a:r>
              <a:rPr sz="6000" b="1" i="0">
                <a:solidFill>
                  <a:srgbClr val="FFFFFF"/>
                </a:solidFill>
                <a:latin typeface="Segoe UI"/>
              </a:rPr>
              <a:t>What we’re really after is determinism</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02920"/>
            <a:ext cx="10972800" cy="274320"/>
          </a:xfrm>
          <a:prstGeom prst="rect">
            <a:avLst/>
          </a:prstGeom>
          <a:noFill/>
        </p:spPr>
        <p:txBody>
          <a:bodyPr wrap="square" anchor="t" lIns="0" rIns="0" tIns="0" bIns="0">
            <a:spAutoFit/>
          </a:bodyPr>
          <a:lstStyle/>
          <a:p>
            <a:pPr algn="l"/>
            <a:r>
              <a:rPr sz="1400" b="1" i="0">
                <a:solidFill>
                  <a:srgbClr val="05C3DE"/>
                </a:solidFill>
                <a:latin typeface="Segoe UI"/>
              </a:rPr>
              <a:t>APPENDIX</a:t>
            </a:r>
          </a:p>
        </p:txBody>
      </p:sp>
      <p:sp>
        <p:nvSpPr>
          <p:cNvPr id="3" name="TextBox 2"/>
          <p:cNvSpPr txBox="1"/>
          <p:nvPr/>
        </p:nvSpPr>
        <p:spPr>
          <a:xfrm>
            <a:off x="548640" y="1188720"/>
            <a:ext cx="8229600" cy="3474720"/>
          </a:xfrm>
          <a:prstGeom prst="rect">
            <a:avLst/>
          </a:prstGeom>
          <a:noFill/>
        </p:spPr>
        <p:txBody>
          <a:bodyPr wrap="square" anchor="ctr" lIns="0" rIns="0" tIns="0" bIns="0">
            <a:spAutoFit/>
          </a:bodyPr>
          <a:lstStyle/>
          <a:p>
            <a:pPr algn="l"/>
            <a:r>
              <a:rPr sz="22000" b="1" i="0">
                <a:solidFill>
                  <a:srgbClr val="FB523C"/>
                </a:solidFill>
                <a:latin typeface="Segoe UI"/>
              </a:rPr>
              <a:t>−19%</a:t>
            </a:r>
          </a:p>
        </p:txBody>
      </p:sp>
      <p:sp>
        <p:nvSpPr>
          <p:cNvPr id="4" name="TextBox 3"/>
          <p:cNvSpPr txBox="1"/>
          <p:nvPr/>
        </p:nvSpPr>
        <p:spPr>
          <a:xfrm>
            <a:off x="685800" y="4800600"/>
            <a:ext cx="10058400" cy="822960"/>
          </a:xfrm>
          <a:prstGeom prst="rect">
            <a:avLst/>
          </a:prstGeom>
          <a:noFill/>
        </p:spPr>
        <p:txBody>
          <a:bodyPr wrap="square" anchor="t" lIns="0" rIns="0" tIns="0" bIns="0">
            <a:spAutoFit/>
          </a:bodyPr>
          <a:lstStyle/>
          <a:p>
            <a:pPr algn="l"/>
            <a:r>
              <a:rPr sz="2600" b="0" i="0">
                <a:solidFill>
                  <a:srgbClr val="555A5E"/>
                </a:solidFill>
                <a:latin typeface="Segoe UI"/>
              </a:rPr>
              <a:t>experienced developers with AI, while they believed +20%</a:t>
            </a:r>
          </a:p>
          <a:p>
            <a:pPr algn="l"/>
            <a:r>
              <a:rPr sz="1400" b="0" i="0">
                <a:solidFill>
                  <a:srgbClr val="8A9095"/>
                </a:solidFill>
                <a:latin typeface="Segoe UI"/>
              </a:rPr>
              <a:t>METR randomized trial, 2025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02920"/>
            <a:ext cx="10972800" cy="274320"/>
          </a:xfrm>
          <a:prstGeom prst="rect">
            <a:avLst/>
          </a:prstGeom>
          <a:noFill/>
        </p:spPr>
        <p:txBody>
          <a:bodyPr wrap="square" anchor="t" lIns="0" rIns="0" tIns="0" bIns="0">
            <a:spAutoFit/>
          </a:bodyPr>
          <a:lstStyle/>
          <a:p>
            <a:pPr algn="l"/>
            <a:r>
              <a:rPr sz="1400" b="1" i="0">
                <a:solidFill>
                  <a:srgbClr val="05C3DE"/>
                </a:solidFill>
                <a:latin typeface="Segoe UI"/>
              </a:rPr>
              <a:t>APPENDIX</a:t>
            </a:r>
          </a:p>
        </p:txBody>
      </p:sp>
      <p:sp>
        <p:nvSpPr>
          <p:cNvPr id="3" name="TextBox 2"/>
          <p:cNvSpPr txBox="1"/>
          <p:nvPr/>
        </p:nvSpPr>
        <p:spPr>
          <a:xfrm>
            <a:off x="548640" y="2377440"/>
            <a:ext cx="7498079" cy="2194560"/>
          </a:xfrm>
          <a:prstGeom prst="rect">
            <a:avLst/>
          </a:prstGeom>
          <a:noFill/>
        </p:spPr>
        <p:txBody>
          <a:bodyPr wrap="square" anchor="ctr" lIns="0" rIns="0" tIns="0" bIns="0">
            <a:spAutoFit/>
          </a:bodyPr>
          <a:lstStyle/>
          <a:p>
            <a:pPr algn="l"/>
            <a:r>
              <a:rPr sz="5600" b="1" i="0">
                <a:solidFill>
                  <a:srgbClr val="151719"/>
                </a:solidFill>
                <a:latin typeface="Segoe UI"/>
              </a:rPr>
              <a:t>Isn’t this just waterfall with markdown?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0" y="502920"/>
            <a:ext cx="5486400" cy="274320"/>
          </a:xfrm>
          <a:prstGeom prst="rect">
            <a:avLst/>
          </a:prstGeom>
          <a:noFill/>
        </p:spPr>
        <p:txBody>
          <a:bodyPr wrap="square" anchor="t" lIns="0" rIns="0" tIns="0" bIns="0">
            <a:spAutoFit/>
          </a:bodyPr>
          <a:lstStyle/>
          <a:p>
            <a:pPr algn="l"/>
            <a:r>
              <a:rPr sz="1400" b="1" i="0">
                <a:solidFill>
                  <a:srgbClr val="7DECFC"/>
                </a:solidFill>
                <a:latin typeface="Segoe UI"/>
              </a:rPr>
              <a:t>APPENDIX</a:t>
            </a:r>
          </a:p>
        </p:txBody>
      </p:sp>
      <p:sp>
        <p:nvSpPr>
          <p:cNvPr id="3" name="TextBox 2"/>
          <p:cNvSpPr txBox="1"/>
          <p:nvPr/>
        </p:nvSpPr>
        <p:spPr>
          <a:xfrm>
            <a:off x="4754880" y="2377440"/>
            <a:ext cx="6766560" cy="2194560"/>
          </a:xfrm>
          <a:prstGeom prst="rect">
            <a:avLst/>
          </a:prstGeom>
          <a:noFill/>
        </p:spPr>
        <p:txBody>
          <a:bodyPr wrap="square" anchor="ctr" lIns="0" rIns="0" tIns="0" bIns="0">
            <a:spAutoFit/>
          </a:bodyPr>
          <a:lstStyle/>
          <a:p>
            <a:pPr algn="l"/>
            <a:r>
              <a:rPr sz="4800" b="1" i="0">
                <a:solidFill>
                  <a:srgbClr val="FFFFFF"/>
                </a:solidFill>
                <a:latin typeface="Segoe UI"/>
              </a:rPr>
              <a:t>Every harness encodes something the model can’t do yet</a:t>
            </a:r>
          </a:p>
        </p:txBody>
      </p:sp>
    </p:spTree>
  </p:cSld>
  <p:clrMapOvr>
    <a:masterClrMapping/>
  </p:clrMapOvr>
</p:sld>
</file>

<file path=ppt/theme/theme1.xml><?xml version="1.0" encoding="utf-8"?>
<a:theme xmlns:a="http://schemas.openxmlformats.org/drawingml/2006/main" name="Zure Theme Light">
  <a:themeElements>
    <a:clrScheme name="Zure">
      <a:dk1>
        <a:srgbClr val="191919"/>
      </a:dk1>
      <a:lt1>
        <a:srgbClr val="FFFFFF"/>
      </a:lt1>
      <a:dk2>
        <a:srgbClr val="333333"/>
      </a:dk2>
      <a:lt2>
        <a:srgbClr val="FFFFFF"/>
      </a:lt2>
      <a:accent1>
        <a:srgbClr val="05C3DE"/>
      </a:accent1>
      <a:accent2>
        <a:srgbClr val="FE5000"/>
      </a:accent2>
      <a:accent3>
        <a:srgbClr val="026D7C"/>
      </a:accent3>
      <a:accent4>
        <a:srgbClr val="992F00"/>
      </a:accent4>
      <a:accent5>
        <a:srgbClr val="96D600"/>
      </a:accent5>
      <a:accent6>
        <a:srgbClr val="FFC72B"/>
      </a:accent6>
      <a:hlink>
        <a:srgbClr val="05C3DE"/>
      </a:hlink>
      <a:folHlink>
        <a:srgbClr val="05C3D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5646D090-A9FB-4B99-BB44-E24460FE6859}" vid="{1E754D49-7A92-41AD-A482-57CFD4C85A2E}"/>
    </a:ext>
  </a:extLst>
</a:theme>
</file>

<file path=ppt/theme/theme2.xml><?xml version="1.0" encoding="utf-8"?>
<a:theme xmlns:a="http://schemas.openxmlformats.org/drawingml/2006/main" name="Zure theme dark [1790334855181]">
  <a:themeElements>
    <a:clrScheme name="Zure">
      <a:dk1>
        <a:srgbClr val="151719"/>
      </a:dk1>
      <a:lt1>
        <a:srgbClr val="FCFBF8"/>
      </a:lt1>
      <a:dk2>
        <a:srgbClr val="25282B"/>
      </a:dk2>
      <a:lt2>
        <a:srgbClr val="F4F2EC"/>
      </a:lt2>
      <a:accent1>
        <a:srgbClr val="05C3DE"/>
      </a:accent1>
      <a:accent2>
        <a:srgbClr val="7DECFC"/>
      </a:accent2>
      <a:accent3>
        <a:srgbClr val="05C3DE"/>
      </a:accent3>
      <a:accent4>
        <a:srgbClr val="FB523C"/>
      </a:accent4>
      <a:accent5>
        <a:srgbClr val="555A5E"/>
      </a:accent5>
      <a:accent6>
        <a:srgbClr val="B9BEC2"/>
      </a:accent6>
      <a:hlink>
        <a:srgbClr val="05C3DE"/>
      </a:hlink>
      <a:folHlink>
        <a:srgbClr val="05C3DE"/>
      </a:folHlink>
    </a:clrScheme>
    <a:fontScheme name="Office">
      <a:majorFont>
        <a:latin typeface="Aptos Display"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5646D090-A9FB-4B99-BB44-E24460FE6859}" vid="{9F98AF76-9D81-4C69-9ABD-B462F736AB0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3">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EB59319-D413-2946-8582-1A19C8C46AFC}">
  <we:reference id="WA200010001" version="1.0.0.1" store="Omex" storeType="OMEX"/>
  <we:alternateReferences>
    <we:reference id="WA200010001" version="1.0.0.1" store="WA200010001" storeType="OMEX"/>
  </we:alternateReferences>
  <we:properties>
    <we:property name="claude.fileId" value="&quot;755b991d-8f14-457d-907f-180b8b9d9a77&quot;"/>
  </we:properties>
  <we:bindings/>
  <we:snapshot xmlns:r="http://schemas.openxmlformats.org/officeDocument/2006/relationships"/>
</we:webextension>
</file>

<file path=ppt/webextensions/webextension2.xml><?xml version="1.0" encoding="utf-8"?>
<we:webextension xmlns:we="http://schemas.microsoft.com/office/webextensions/webextension/2010/11" id="{558F34A9-1BEF-4B78-8EA8-BFDDCFD07B4A}">
  <we:reference id="WA200010725" version="1.0.0.1" store="Omex" storeType="OMEX"/>
  <we:alternateReferences>
    <we:reference id="WA200010725" version="1.0.0.1" store="WA200010725" storeType="OMEX"/>
  </we:alternateReferences>
  <we:properties>
    <we:property name="claude.fileId" value="&quot;001b1aed-ea1a-43be-ab7e-8ac7d3fedfdd&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7b76e1c-cf04-47b1-9ddf-cab3a3502eaa">
      <Terms xmlns="http://schemas.microsoft.com/office/infopath/2007/PartnerControls"/>
    </lcf76f155ced4ddcb4097134ff3c332f>
    <TaxCatchAll xmlns="ef939d35-6b12-409d-9666-6fc84e55f432" xsi:nil="true"/>
    <SharedWithUsers xmlns="ef939d35-6b12-409d-9666-6fc84e55f432">
      <UserInfo>
        <DisplayName>Pontus Mauno</DisplayName>
        <AccountId>204</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039B009913D2A47B6E1CFEC8CB3D127" ma:contentTypeVersion="19" ma:contentTypeDescription="Create a new document." ma:contentTypeScope="" ma:versionID="f5f32f072361de013963026ecea81ac9">
  <xsd:schema xmlns:xsd="http://www.w3.org/2001/XMLSchema" xmlns:xs="http://www.w3.org/2001/XMLSchema" xmlns:p="http://schemas.microsoft.com/office/2006/metadata/properties" xmlns:ns2="77b76e1c-cf04-47b1-9ddf-cab3a3502eaa" xmlns:ns3="ef939d35-6b12-409d-9666-6fc84e55f432" targetNamespace="http://schemas.microsoft.com/office/2006/metadata/properties" ma:root="true" ma:fieldsID="6cf1f946aa3e34330ec1a9919a1dbff5" ns2:_="" ns3:_="">
    <xsd:import namespace="77b76e1c-cf04-47b1-9ddf-cab3a3502eaa"/>
    <xsd:import namespace="ef939d35-6b12-409d-9666-6fc84e55f432"/>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DateTaken" minOccurs="0"/>
                <xsd:element ref="ns2:MediaServiceLocation" minOccurs="0"/>
                <xsd:element ref="ns3:SharedWithUsers" minOccurs="0"/>
                <xsd:element ref="ns3:SharedWithDetails" minOccurs="0"/>
                <xsd:element ref="ns2:MediaServiceAutoKeyPoints" minOccurs="0"/>
                <xsd:element ref="ns2:MediaServiceKeyPoints" minOccurs="0"/>
                <xsd:element ref="ns2:MediaServiceGenerationTime" minOccurs="0"/>
                <xsd:element ref="ns2:MediaServiceEventHashCode" minOccurs="0"/>
                <xsd:element ref="ns2:lcf76f155ced4ddcb4097134ff3c332f" minOccurs="0"/>
                <xsd:element ref="ns3:TaxCatchAll" minOccurs="0"/>
                <xsd:element ref="ns2:MediaLengthInSeconds" minOccurs="0"/>
                <xsd:element ref="ns2:MediaServiceSearchPropertie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7b76e1c-cf04-47b1-9ddf-cab3a3502e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DateTaken" ma:index="11" nillable="true" ma:displayName="MediaServiceDateTaken" ma:hidden="true" ma:internalName="MediaServiceDateTaken"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3ddd0a68-ef94-4b45-929f-47f079e4771c" ma:termSetId="09814cd3-568e-fe90-9814-8d621ff8fb84" ma:anchorId="fba54fb3-c3e1-fe81-a776-ca4b69148c4d" ma:open="true" ma:isKeyword="false">
      <xsd:complexType>
        <xsd:sequence>
          <xsd:element ref="pc:Terms" minOccurs="0" maxOccurs="1"/>
        </xsd:sequence>
      </xsd:complexType>
    </xsd:element>
    <xsd:element name="MediaLengthInSeconds" ma:index="22" nillable="true" ma:displayName="MediaLengthInSeconds" ma:hidden="true" ma:internalName="MediaLengthInSeconds" ma:readOnly="true">
      <xsd:simpleType>
        <xsd:restriction base="dms:Unknown"/>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f939d35-6b12-409d-9666-6fc84e55f432"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a1ff4118-a995-46ac-bb10-3486fe17f558}" ma:internalName="TaxCatchAll" ma:showField="CatchAllData" ma:web="ef939d35-6b12-409d-9666-6fc84e55f43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E541FEC-54E6-46B7-9536-12C8C7AE7D1A}">
  <ds:schemaRefs>
    <ds:schemaRef ds:uri="http://schemas.microsoft.com/sharepoint/v3/contenttype/forms"/>
  </ds:schemaRefs>
</ds:datastoreItem>
</file>

<file path=customXml/itemProps2.xml><?xml version="1.0" encoding="utf-8"?>
<ds:datastoreItem xmlns:ds="http://schemas.openxmlformats.org/officeDocument/2006/customXml" ds:itemID="{737A4C54-058A-4A2E-9468-F3EBE47D1B4D}">
  <ds:schemaRefs>
    <ds:schemaRef ds:uri="http://schemas.microsoft.com/office/2006/documentManagement/types"/>
    <ds:schemaRef ds:uri="http://schemas.microsoft.com/office/2006/metadata/properties"/>
    <ds:schemaRef ds:uri="http://purl.org/dc/elements/1.1/"/>
    <ds:schemaRef ds:uri="http://www.w3.org/XML/1998/namespace"/>
    <ds:schemaRef ds:uri="77b76e1c-cf04-47b1-9ddf-cab3a3502eaa"/>
    <ds:schemaRef ds:uri="http://purl.org/dc/dcmitype/"/>
    <ds:schemaRef ds:uri="http://schemas.microsoft.com/office/infopath/2007/PartnerControls"/>
    <ds:schemaRef ds:uri="http://schemas.openxmlformats.org/package/2006/metadata/core-properties"/>
    <ds:schemaRef ds:uri="ef939d35-6b12-409d-9666-6fc84e55f432"/>
    <ds:schemaRef ds:uri="http://purl.org/dc/terms/"/>
  </ds:schemaRefs>
</ds:datastoreItem>
</file>

<file path=customXml/itemProps3.xml><?xml version="1.0" encoding="utf-8"?>
<ds:datastoreItem xmlns:ds="http://schemas.openxmlformats.org/officeDocument/2006/customXml" ds:itemID="{3BE0F8CD-697E-45FA-9E59-107A96F93EC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7b76e1c-cf04-47b1-9ddf-cab3a3502eaa"/>
    <ds:schemaRef ds:uri="ef939d35-6b12-409d-9666-6fc84e55f4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27654</TotalTime>
  <Words>6599</Words>
  <Application>Microsoft Office PowerPoint</Application>
  <PresentationFormat>Widescreen</PresentationFormat>
  <Paragraphs>862</Paragraphs>
  <Slides>37</Slides>
  <Notes>30</Notes>
  <HiddenSlides>14</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37</vt:i4>
      </vt:variant>
    </vt:vector>
  </HeadingPairs>
  <TitlesOfParts>
    <vt:vector size="44" baseType="lpstr">
      <vt:lpstr>Aptos</vt:lpstr>
      <vt:lpstr>Aptos Display</vt:lpstr>
      <vt:lpstr>Arial</vt:lpstr>
      <vt:lpstr>Calibri</vt:lpstr>
      <vt:lpstr>Segoe UI</vt:lpstr>
      <vt:lpstr>Zure Theme Light</vt:lpstr>
      <vt:lpstr>Zure theme dark [1790334855181]</vt:lpstr>
      <vt:lpstr>PowerPoint Presentation</vt:lpstr>
      <vt:lpstr>PowerPoint Presentation</vt:lpstr>
      <vt:lpstr>PowerPoint Presentation</vt:lpstr>
      <vt:lpstr>PowerPoint Presentation</vt:lpstr>
      <vt:lpstr>PowerPoint Presentation</vt:lpstr>
      <vt:lpstr>Shared Foundation features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AI-Ready Organization</dc:title>
  <dc:creator>Sakari Nahi</dc:creator>
  <cp:lastModifiedBy>Sakari Nahi</cp:lastModifiedBy>
  <cp:revision>14</cp:revision>
  <dcterms:created xsi:type="dcterms:W3CDTF">2022-11-28T12:09:39Z</dcterms:created>
  <dcterms:modified xsi:type="dcterms:W3CDTF">2026-09-29T06:52:31Z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0x0101001039B009913D2A47B6E1CFEC8CB3D127</vt:lpwstr>
  </property>
  <property fmtid="{D5CDD505-2E9C-101B-9397-08002B2CF9AE}" pid="3" name="MediaServiceImageTags">
    <vt:lpwstr/>
  </property>
</Properties>
</file>