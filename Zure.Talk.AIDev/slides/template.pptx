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4"/>
    <p:sldMasterId id="2147483797" r:id="rId5"/>
  </p:sldMasterIdLst>
  <p:notesMasterIdLst>
    <p:notesMasterId r:id="rId43"/>
  </p:notesMasterIdLst>
  <p:handoutMasterIdLst>
    <p:handoutMasterId r:id="rId44"/>
  </p:handoutMasterIdLst>
  <p:sldIdLst/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627B31-1BB3-8A6C-A491-C1D9B1C880A9}" name="Markus Lehtola" initials="ML" userId="S::markus.lehtola@zure.com::46926baf-2c98-4728-8fa2-96d891c716f8" providerId="AD"/>
  <p188:author id="{861AE556-39E9-C553-F505-1B4A97CD59F5}" name="Henri Vuorenpää" initials="HV" userId="S::henri.vuorenpaa@zure.com::b63e240d-da0c-41c1-b385-2229dfdebb7b" providerId="AD"/>
  <p188:author id="{DA00BC5F-E89B-AC75-D0C2-550FE9C0D74A}" name="Sakari Nahi" initials="SN" userId="S::sakari.nahi@zure.com::c88f121d-2ae9-4c5d-9841-9fad25afcf24" providerId="AD"/>
  <p188:author id="{4BA747CE-EB47-2F48-2EF9-04F99C252C0D}" name="Ilkka Lehto" initials="IL" userId="S::ilkka.lehto@zure.com::fe6d4ed2-8e08-45c1-b45f-59eb026dbc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F3FB"/>
    <a:srgbClr val="F4F2EC"/>
    <a:srgbClr val="03C3DF"/>
    <a:srgbClr val="7DECFB"/>
    <a:srgbClr val="E8933A"/>
    <a:srgbClr val="191919"/>
    <a:srgbClr val="002B32"/>
    <a:srgbClr val="25737F"/>
    <a:srgbClr val="32B8C9"/>
    <a:srgbClr val="057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7CABF-31F5-42C7-9EC7-9726F1867111}" v="201" dt="2026-09-29T06:52:29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51" autoAdjust="0"/>
    <p:restoredTop sz="84751" autoAdjust="0"/>
  </p:normalViewPr>
  <p:slideViewPr>
    <p:cSldViewPr snapToGrid="0">
      <p:cViewPr varScale="1">
        <p:scale>
          <a:sx n="103" d="100"/>
          <a:sy n="103" d="100"/>
        </p:scale>
        <p:origin x="77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5/10/relationships/revisionInfo" Target="revisionInfo.xml"/><Relationship Id="rId5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ari Nahi" userId="c88f121d-2ae9-4c5d-9841-9fad25afcf24" providerId="ADAL" clId="{7D1F4730-92BF-4F79-AAC7-C2C1F21A8EB5}"/>
    <pc:docChg chg="addSld modSld sldOrd">
      <pc:chgData name="Sakari Nahi" userId="c88f121d-2ae9-4c5d-9841-9fad25afcf24" providerId="ADAL" clId="{7D1F4730-92BF-4F79-AAC7-C2C1F21A8EB5}" dt="2026-09-29T06:52:29.964" v="235"/>
      <pc:docMkLst>
        <pc:docMk/>
      </pc:docMkLst>
      <pc:sldChg chg="add">
        <pc:chgData name="Sakari Nahi" userId="c88f121d-2ae9-4c5d-9841-9fad25afcf24" providerId="ADAL" clId="{7D1F4730-92BF-4F79-AAC7-C2C1F21A8EB5}" dt="2026-09-28T17:02:34.139" v="34"/>
        <pc:sldMkLst>
          <pc:docMk/>
          <pc:sldMk cId="4112518819" sldId="2147482312"/>
        </pc:sldMkLst>
      </pc:sldChg>
      <pc:sldChg chg="modSp">
        <pc:chgData name="Sakari Nahi" userId="c88f121d-2ae9-4c5d-9841-9fad25afcf24" providerId="ADAL" clId="{7D1F4730-92BF-4F79-AAC7-C2C1F21A8EB5}" dt="2026-09-29T05:20:02.870" v="181" actId="1076"/>
        <pc:sldMkLst>
          <pc:docMk/>
          <pc:sldMk cId="2966022281" sldId="2147482544"/>
        </pc:sldMkLst>
        <pc:spChg chg="mod">
          <ac:chgData name="Sakari Nahi" userId="c88f121d-2ae9-4c5d-9841-9fad25afcf24" providerId="ADAL" clId="{7D1F4730-92BF-4F79-AAC7-C2C1F21A8EB5}" dt="2026-09-29T05:20:02.870" v="181" actId="1076"/>
          <ac:spMkLst>
            <pc:docMk/>
            <pc:sldMk cId="2966022281" sldId="2147482544"/>
            <ac:spMk id="1707" creationId="{00000000-0000-0000-0000-000000000000}"/>
          </ac:spMkLst>
        </pc:spChg>
        <pc:spChg chg="mod">
          <ac:chgData name="Sakari Nahi" userId="c88f121d-2ae9-4c5d-9841-9fad25afcf24" providerId="ADAL" clId="{7D1F4730-92BF-4F79-AAC7-C2C1F21A8EB5}" dt="2026-09-29T05:20:02.870" v="181" actId="1076"/>
          <ac:spMkLst>
            <pc:docMk/>
            <pc:sldMk cId="2966022281" sldId="2147482544"/>
            <ac:spMk id="1708" creationId="{00000000-0000-0000-0000-000000000000}"/>
          </ac:spMkLst>
        </pc:sp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4" creationId="{D90954B2-149A-CD32-BADA-E9615336B276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5" creationId="{9C627CA9-C48D-E125-61E8-52EA2F669D68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6" creationId="{46C07F91-18D8-E89D-5E06-C36E9B8596DE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7" creationId="{7108D6F0-D4D4-E635-FA06-3C14DB24B587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8" creationId="{F5DA070B-FCC2-3CA6-5B5C-E33FCD85D662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29" creationId="{BFA0B61B-A2E0-D2F7-60F6-EB8F8D0BDD4E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30" creationId="{B70E0B3E-58CE-2929-4198-4A45513980C1}"/>
          </ac:picMkLst>
        </pc:picChg>
        <pc:picChg chg="mod">
          <ac:chgData name="Sakari Nahi" userId="c88f121d-2ae9-4c5d-9841-9fad25afcf24" providerId="ADAL" clId="{7D1F4730-92BF-4F79-AAC7-C2C1F21A8EB5}" dt="2026-09-29T05:20:02.870" v="181" actId="1076"/>
          <ac:picMkLst>
            <pc:docMk/>
            <pc:sldMk cId="2966022281" sldId="2147482544"/>
            <ac:picMk id="31" creationId="{D3153B31-EB89-BBBB-9810-C9ABC7789AAA}"/>
          </ac:picMkLst>
        </pc:picChg>
      </pc:sldChg>
      <pc:sldChg chg="ord">
        <pc:chgData name="Sakari Nahi" userId="c88f121d-2ae9-4c5d-9841-9fad25afcf24" providerId="ADAL" clId="{7D1F4730-92BF-4F79-AAC7-C2C1F21A8EB5}" dt="2026-09-29T05:47:01.150" v="203"/>
        <pc:sldMkLst>
          <pc:docMk/>
          <pc:sldMk cId="3301578900" sldId="2147482547"/>
        </pc:sldMkLst>
      </pc:sldChg>
      <pc:sldChg chg="modSp ord">
        <pc:chgData name="Sakari Nahi" userId="c88f121d-2ae9-4c5d-9841-9fad25afcf24" providerId="ADAL" clId="{7D1F4730-92BF-4F79-AAC7-C2C1F21A8EB5}" dt="2026-09-29T05:46:12.445" v="201"/>
        <pc:sldMkLst>
          <pc:docMk/>
          <pc:sldMk cId="2901713026" sldId="2147482549"/>
        </pc:sldMkLst>
        <pc:graphicFrameChg chg="mod">
          <ac:chgData name="Sakari Nahi" userId="c88f121d-2ae9-4c5d-9841-9fad25afcf24" providerId="ADAL" clId="{7D1F4730-92BF-4F79-AAC7-C2C1F21A8EB5}" dt="2026-09-29T05:43:10.502" v="195" actId="21"/>
          <ac:graphicFrameMkLst>
            <pc:docMk/>
            <pc:sldMk cId="2901713026" sldId="2147482549"/>
            <ac:graphicFrameMk id="3" creationId="{A0019B77-4463-4046-863B-8B290FD7FF12}"/>
          </ac:graphicFrameMkLst>
        </pc:graphicFrameChg>
      </pc:sldChg>
      <pc:sldChg chg="ord">
        <pc:chgData name="Sakari Nahi" userId="c88f121d-2ae9-4c5d-9841-9fad25afcf24" providerId="ADAL" clId="{7D1F4730-92BF-4F79-AAC7-C2C1F21A8EB5}" dt="2026-09-29T05:38:44.050" v="193"/>
        <pc:sldMkLst>
          <pc:docMk/>
          <pc:sldMk cId="4121754834" sldId="2147482553"/>
        </pc:sldMkLst>
      </pc:sldChg>
      <pc:sldChg chg="ord">
        <pc:chgData name="Sakari Nahi" userId="c88f121d-2ae9-4c5d-9841-9fad25afcf24" providerId="ADAL" clId="{7D1F4730-92BF-4F79-AAC7-C2C1F21A8EB5}" dt="2026-09-29T05:47:01.150" v="203"/>
        <pc:sldMkLst>
          <pc:docMk/>
          <pc:sldMk cId="2079490891" sldId="2147482556"/>
        </pc:sldMkLst>
      </pc:sldChg>
      <pc:sldChg chg="delSp modSp setBg modAnim">
        <pc:chgData name="Sakari Nahi" userId="c88f121d-2ae9-4c5d-9841-9fad25afcf24" providerId="ADAL" clId="{7D1F4730-92BF-4F79-AAC7-C2C1F21A8EB5}" dt="2026-09-29T06:52:29.964" v="235"/>
        <pc:sldMkLst>
          <pc:docMk/>
          <pc:sldMk cId="0" sldId="2147482557"/>
        </pc:sldMkLst>
        <pc:spChg chg="mod topLvl">
          <ac:chgData name="Sakari Nahi" userId="c88f121d-2ae9-4c5d-9841-9fad25afcf24" providerId="ADAL" clId="{7D1F4730-92BF-4F79-AAC7-C2C1F21A8EB5}" dt="2026-09-28T16:11:49.076" v="0" actId="165"/>
          <ac:spMkLst>
            <pc:docMk/>
            <pc:sldMk cId="0" sldId="2147482557"/>
            <ac:spMk id="3" creationId="{00000000-0000-0000-0000-000000000000}"/>
          </ac:spMkLst>
        </pc:spChg>
        <pc:spChg chg="mod topLvl">
          <ac:chgData name="Sakari Nahi" userId="c88f121d-2ae9-4c5d-9841-9fad25afcf24" providerId="ADAL" clId="{7D1F4730-92BF-4F79-AAC7-C2C1F21A8EB5}" dt="2026-09-28T16:11:49.076" v="0" actId="165"/>
          <ac:spMkLst>
            <pc:docMk/>
            <pc:sldMk cId="0" sldId="2147482557"/>
            <ac:spMk id="4" creationId="{00000000-0000-0000-0000-000000000000}"/>
          </ac:spMkLst>
        </pc:spChg>
        <pc:spChg chg="mod">
          <ac:chgData name="Sakari Nahi" userId="c88f121d-2ae9-4c5d-9841-9fad25afcf24" providerId="ADAL" clId="{7D1F4730-92BF-4F79-AAC7-C2C1F21A8EB5}" dt="2026-09-28T16:30:38.673" v="30" actId="20577"/>
          <ac:spMkLst>
            <pc:docMk/>
            <pc:sldMk cId="0" sldId="2147482557"/>
            <ac:spMk id="8" creationId="{00000000-0000-0000-0000-000000000000}"/>
          </ac:spMkLst>
        </pc:spChg>
        <pc:spChg chg="mod">
          <ac:chgData name="Sakari Nahi" userId="c88f121d-2ae9-4c5d-9841-9fad25afcf24" providerId="ADAL" clId="{7D1F4730-92BF-4F79-AAC7-C2C1F21A8EB5}" dt="2026-09-29T05:08:06.285" v="52" actId="20577"/>
          <ac:spMkLst>
            <pc:docMk/>
            <pc:sldMk cId="0" sldId="2147482557"/>
            <ac:spMk id="11" creationId="{00000000-0000-0000-0000-000000000000}"/>
          </ac:spMkLst>
        </pc:spChg>
        <pc:grpChg chg="del">
          <ac:chgData name="Sakari Nahi" userId="c88f121d-2ae9-4c5d-9841-9fad25afcf24" providerId="ADAL" clId="{7D1F4730-92BF-4F79-AAC7-C2C1F21A8EB5}" dt="2026-09-28T16:11:49.076" v="0" actId="165"/>
          <ac:grpSpMkLst>
            <pc:docMk/>
            <pc:sldMk cId="0" sldId="2147482557"/>
            <ac:grpSpMk id="15" creationId="{E679B8B1-5F92-D234-7A7E-D98A01A2C2FD}"/>
          </ac:grpSpMkLst>
        </pc:grpChg>
      </pc:sldChg>
      <pc:sldChg chg="ord">
        <pc:chgData name="Sakari Nahi" userId="c88f121d-2ae9-4c5d-9841-9fad25afcf24" providerId="ADAL" clId="{7D1F4730-92BF-4F79-AAC7-C2C1F21A8EB5}" dt="2026-09-29T05:15:12.712" v="178"/>
        <pc:sldMkLst>
          <pc:docMk/>
          <pc:sldMk cId="0" sldId="2147482558"/>
        </pc:sldMkLst>
      </pc:sldChg>
      <pc:sldChg chg="ord setBg modAnim">
        <pc:chgData name="Sakari Nahi" userId="c88f121d-2ae9-4c5d-9841-9fad25afcf24" providerId="ADAL" clId="{7D1F4730-92BF-4F79-AAC7-C2C1F21A8EB5}" dt="2026-09-29T05:54:18.796" v="214"/>
        <pc:sldMkLst>
          <pc:docMk/>
          <pc:sldMk cId="0" sldId="2147482559"/>
        </pc:sldMkLst>
      </pc:sldChg>
      <pc:sldChg chg="addSp delSp modSp modAnim">
        <pc:chgData name="Sakari Nahi" userId="c88f121d-2ae9-4c5d-9841-9fad25afcf24" providerId="ADAL" clId="{7D1F4730-92BF-4F79-AAC7-C2C1F21A8EB5}" dt="2026-09-29T06:51:00.235" v="230"/>
        <pc:sldMkLst>
          <pc:docMk/>
          <pc:sldMk cId="0" sldId="2147482560"/>
        </pc:sldMkLst>
        <pc:spChg chg="add del mod">
          <ac:chgData name="Sakari Nahi" userId="c88f121d-2ae9-4c5d-9841-9fad25afcf24" providerId="ADAL" clId="{7D1F4730-92BF-4F79-AAC7-C2C1F21A8EB5}" dt="2026-09-28T16:35:48.465" v="32"/>
          <ac:spMkLst>
            <pc:docMk/>
            <pc:sldMk cId="0" sldId="2147482560"/>
            <ac:spMk id="27" creationId="{40BF040C-467F-7DEE-4E49-DA1430BD75F7}"/>
          </ac:spMkLst>
        </pc:spChg>
      </pc:sldChg>
      <pc:sldChg chg="ord modAnim">
        <pc:chgData name="Sakari Nahi" userId="c88f121d-2ae9-4c5d-9841-9fad25afcf24" providerId="ADAL" clId="{7D1F4730-92BF-4F79-AAC7-C2C1F21A8EB5}" dt="2026-09-29T06:51:05.879" v="231"/>
        <pc:sldMkLst>
          <pc:docMk/>
          <pc:sldMk cId="0" sldId="2147482561"/>
        </pc:sldMkLst>
      </pc:sldChg>
      <pc:sldChg chg="ord setBg modAnim">
        <pc:chgData name="Sakari Nahi" userId="c88f121d-2ae9-4c5d-9841-9fad25afcf24" providerId="ADAL" clId="{7D1F4730-92BF-4F79-AAC7-C2C1F21A8EB5}" dt="2026-09-29T06:51:16.859" v="233"/>
        <pc:sldMkLst>
          <pc:docMk/>
          <pc:sldMk cId="0" sldId="2147482562"/>
        </pc:sldMkLst>
      </pc:sldChg>
      <pc:sldChg chg="ord">
        <pc:chgData name="Sakari Nahi" userId="c88f121d-2ae9-4c5d-9841-9fad25afcf24" providerId="ADAL" clId="{7D1F4730-92BF-4F79-AAC7-C2C1F21A8EB5}" dt="2026-09-29T05:15:12.712" v="178"/>
        <pc:sldMkLst>
          <pc:docMk/>
          <pc:sldMk cId="0" sldId="2147482563"/>
        </pc:sldMkLst>
      </pc:sldChg>
      <pc:sldChg chg="ord setBg">
        <pc:chgData name="Sakari Nahi" userId="c88f121d-2ae9-4c5d-9841-9fad25afcf24" providerId="ADAL" clId="{7D1F4730-92BF-4F79-AAC7-C2C1F21A8EB5}" dt="2026-09-29T06:02:25.045" v="220"/>
        <pc:sldMkLst>
          <pc:docMk/>
          <pc:sldMk cId="0" sldId="2147482564"/>
        </pc:sldMkLst>
      </pc:sldChg>
      <pc:sldChg chg="ord">
        <pc:chgData name="Sakari Nahi" userId="c88f121d-2ae9-4c5d-9841-9fad25afcf24" providerId="ADAL" clId="{7D1F4730-92BF-4F79-AAC7-C2C1F21A8EB5}" dt="2026-09-29T06:08:34.938" v="227"/>
        <pc:sldMkLst>
          <pc:docMk/>
          <pc:sldMk cId="0" sldId="2147482565"/>
        </pc:sldMkLst>
      </pc:sldChg>
      <pc:sldChg chg="ord">
        <pc:chgData name="Sakari Nahi" userId="c88f121d-2ae9-4c5d-9841-9fad25afcf24" providerId="ADAL" clId="{7D1F4730-92BF-4F79-AAC7-C2C1F21A8EB5}" dt="2026-09-29T05:18:50.360" v="180"/>
        <pc:sldMkLst>
          <pc:docMk/>
          <pc:sldMk cId="0" sldId="2147482566"/>
        </pc:sldMkLst>
      </pc:sldChg>
      <pc:sldChg chg="modAnim">
        <pc:chgData name="Sakari Nahi" userId="c88f121d-2ae9-4c5d-9841-9fad25afcf24" providerId="ADAL" clId="{7D1F4730-92BF-4F79-AAC7-C2C1F21A8EB5}" dt="2026-09-29T06:52:22.674" v="234"/>
        <pc:sldMkLst>
          <pc:docMk/>
          <pc:sldMk cId="0" sldId="2147482567"/>
        </pc:sldMkLst>
      </pc:sldChg>
      <pc:sldChg chg="ord">
        <pc:chgData name="Sakari Nahi" userId="c88f121d-2ae9-4c5d-9841-9fad25afcf24" providerId="ADAL" clId="{7D1F4730-92BF-4F79-AAC7-C2C1F21A8EB5}" dt="2026-09-29T05:18:44.395" v="179"/>
        <pc:sldMkLst>
          <pc:docMk/>
          <pc:sldMk cId="0" sldId="2147482568"/>
        </pc:sldMkLst>
      </pc:sldChg>
      <pc:sldChg chg="ord">
        <pc:chgData name="Sakari Nahi" userId="c88f121d-2ae9-4c5d-9841-9fad25afcf24" providerId="ADAL" clId="{7D1F4730-92BF-4F79-AAC7-C2C1F21A8EB5}" dt="2026-09-29T05:20:25.664" v="182"/>
        <pc:sldMkLst>
          <pc:docMk/>
          <pc:sldMk cId="0" sldId="2147482569"/>
        </pc:sldMkLst>
      </pc:sldChg>
      <pc:sldChg chg="ord">
        <pc:chgData name="Sakari Nahi" userId="c88f121d-2ae9-4c5d-9841-9fad25afcf24" providerId="ADAL" clId="{7D1F4730-92BF-4F79-AAC7-C2C1F21A8EB5}" dt="2026-09-29T06:08:04.504" v="225"/>
        <pc:sldMkLst>
          <pc:docMk/>
          <pc:sldMk cId="0" sldId="2147482570"/>
        </pc:sldMkLst>
      </pc:sldChg>
      <pc:sldChg chg="ord">
        <pc:chgData name="Sakari Nahi" userId="c88f121d-2ae9-4c5d-9841-9fad25afcf24" providerId="ADAL" clId="{7D1F4730-92BF-4F79-AAC7-C2C1F21A8EB5}" dt="2026-09-29T05:46:49.197" v="202"/>
        <pc:sldMkLst>
          <pc:docMk/>
          <pc:sldMk cId="0" sldId="2147482573"/>
        </pc:sldMkLst>
      </pc:sldChg>
      <pc:sldChg chg="ord">
        <pc:chgData name="Sakari Nahi" userId="c88f121d-2ae9-4c5d-9841-9fad25afcf24" providerId="ADAL" clId="{7D1F4730-92BF-4F79-AAC7-C2C1F21A8EB5}" dt="2026-09-29T05:39:04.457" v="194"/>
        <pc:sldMkLst>
          <pc:docMk/>
          <pc:sldMk cId="0" sldId="2147482574"/>
        </pc:sldMkLst>
      </pc:sldChg>
      <pc:sldChg chg="addSp modSp">
        <pc:chgData name="Sakari Nahi" userId="c88f121d-2ae9-4c5d-9841-9fad25afcf24" providerId="ADAL" clId="{7D1F4730-92BF-4F79-AAC7-C2C1F21A8EB5}" dt="2026-09-28T16:39:25.842" v="33" actId="571"/>
        <pc:sldMkLst>
          <pc:docMk/>
          <pc:sldMk cId="2100813990" sldId="2147482580"/>
        </pc:sldMkLst>
        <pc:cxnChg chg="add mod">
          <ac:chgData name="Sakari Nahi" userId="c88f121d-2ae9-4c5d-9841-9fad25afcf24" providerId="ADAL" clId="{7D1F4730-92BF-4F79-AAC7-C2C1F21A8EB5}" dt="2026-09-28T16:39:25.842" v="33" actId="571"/>
          <ac:cxnSpMkLst>
            <pc:docMk/>
            <pc:sldMk cId="2100813990" sldId="2147482580"/>
            <ac:cxnSpMk id="2" creationId="{6994FDE2-BCC8-0AE9-D165-11006A8C2023}"/>
          </ac:cxnSpMkLst>
        </pc:cxnChg>
      </pc:sldChg>
      <pc:sldChg chg="ord">
        <pc:chgData name="Sakari Nahi" userId="c88f121d-2ae9-4c5d-9841-9fad25afcf24" providerId="ADAL" clId="{7D1F4730-92BF-4F79-AAC7-C2C1F21A8EB5}" dt="2026-09-29T05:08:16.812" v="53"/>
        <pc:sldMkLst>
          <pc:docMk/>
          <pc:sldMk cId="626763520" sldId="2147482585"/>
        </pc:sldMkLst>
      </pc:sldChg>
      <pc:sldChg chg="ord">
        <pc:chgData name="Sakari Nahi" userId="c88f121d-2ae9-4c5d-9841-9fad25afcf24" providerId="ADAL" clId="{7D1F4730-92BF-4F79-AAC7-C2C1F21A8EB5}" dt="2026-09-29T05:15:12.712" v="178"/>
        <pc:sldMkLst>
          <pc:docMk/>
          <pc:sldMk cId="1351662944" sldId="2147482589"/>
        </pc:sldMkLst>
      </pc:sldChg>
      <pc:sldChg chg="ord">
        <pc:chgData name="Sakari Nahi" userId="c88f121d-2ae9-4c5d-9841-9fad25afcf24" providerId="ADAL" clId="{7D1F4730-92BF-4F79-AAC7-C2C1F21A8EB5}" dt="2026-09-29T06:03:08.633" v="222"/>
        <pc:sldMkLst>
          <pc:docMk/>
          <pc:sldMk cId="3508422190" sldId="2147482591"/>
        </pc:sldMkLst>
      </pc:sldChg>
      <pc:sldChg chg="ord">
        <pc:chgData name="Sakari Nahi" userId="c88f121d-2ae9-4c5d-9841-9fad25afcf24" providerId="ADAL" clId="{7D1F4730-92BF-4F79-AAC7-C2C1F21A8EB5}" dt="2026-09-29T06:08:21.125" v="226"/>
        <pc:sldMkLst>
          <pc:docMk/>
          <pc:sldMk cId="40236644" sldId="2147482596"/>
        </pc:sldMkLst>
      </pc:sldChg>
      <pc:sldChg chg="modSp ord setBg modAnim">
        <pc:chgData name="Sakari Nahi" userId="c88f121d-2ae9-4c5d-9841-9fad25afcf24" providerId="ADAL" clId="{7D1F4730-92BF-4F79-AAC7-C2C1F21A8EB5}" dt="2026-09-29T05:54:27.570" v="215"/>
        <pc:sldMkLst>
          <pc:docMk/>
          <pc:sldMk cId="2522629776" sldId="2147482597"/>
        </pc:sldMkLst>
        <pc:spChg chg="mod">
          <ac:chgData name="Sakari Nahi" userId="c88f121d-2ae9-4c5d-9841-9fad25afcf24" providerId="ADAL" clId="{7D1F4730-92BF-4F79-AAC7-C2C1F21A8EB5}" dt="2026-09-28T19:20:36.117" v="36"/>
          <ac:spMkLst>
            <pc:docMk/>
            <pc:sldMk cId="2522629776" sldId="2147482597"/>
            <ac:spMk id="3" creationId="{A5FA2D96-7EDB-BBC5-72D2-EBD32DDCE7C6}"/>
          </ac:spMkLst>
        </pc:spChg>
      </pc:sldChg>
      <pc:sldChg chg="addSp delSp modSp ord">
        <pc:chgData name="Sakari Nahi" userId="c88f121d-2ae9-4c5d-9841-9fad25afcf24" providerId="ADAL" clId="{7D1F4730-92BF-4F79-AAC7-C2C1F21A8EB5}" dt="2026-09-29T05:49:18.742" v="204"/>
        <pc:sldMkLst>
          <pc:docMk/>
          <pc:sldMk cId="1708628664" sldId="2147482608"/>
        </pc:sldMkLst>
        <pc:spChg chg="add del mod">
          <ac:chgData name="Sakari Nahi" userId="c88f121d-2ae9-4c5d-9841-9fad25afcf24" providerId="ADAL" clId="{7D1F4730-92BF-4F79-AAC7-C2C1F21A8EB5}" dt="2026-09-29T05:32:42.330" v="192"/>
          <ac:spMkLst>
            <pc:docMk/>
            <pc:sldMk cId="1708628664" sldId="2147482608"/>
            <ac:spMk id="54" creationId="{B2E29263-6F86-8168-2973-CB563BB06741}"/>
          </ac:spMkLst>
        </pc:spChg>
        <pc:picChg chg="add">
          <ac:chgData name="Sakari Nahi" userId="c88f121d-2ae9-4c5d-9841-9fad25afcf24" providerId="ADAL" clId="{7D1F4730-92BF-4F79-AAC7-C2C1F21A8EB5}" dt="2026-09-29T05:27:13.742" v="183"/>
          <ac:picMkLst>
            <pc:docMk/>
            <pc:sldMk cId="1708628664" sldId="2147482608"/>
            <ac:picMk id="44" creationId="{6B8F1E2C-DE79-7F84-6EB4-A26DCC420E91}"/>
          </ac:picMkLst>
        </pc:picChg>
        <pc:picChg chg="add">
          <ac:chgData name="Sakari Nahi" userId="c88f121d-2ae9-4c5d-9841-9fad25afcf24" providerId="ADAL" clId="{7D1F4730-92BF-4F79-AAC7-C2C1F21A8EB5}" dt="2026-09-29T05:27:40.209" v="184"/>
          <ac:picMkLst>
            <pc:docMk/>
            <pc:sldMk cId="1708628664" sldId="2147482608"/>
            <ac:picMk id="45" creationId="{D0C73C35-C46C-6CF3-E311-BB5117F2D7CB}"/>
          </ac:picMkLst>
        </pc:picChg>
        <pc:picChg chg="add">
          <ac:chgData name="Sakari Nahi" userId="c88f121d-2ae9-4c5d-9841-9fad25afcf24" providerId="ADAL" clId="{7D1F4730-92BF-4F79-AAC7-C2C1F21A8EB5}" dt="2026-09-29T05:27:51.488" v="185"/>
          <ac:picMkLst>
            <pc:docMk/>
            <pc:sldMk cId="1708628664" sldId="2147482608"/>
            <ac:picMk id="46" creationId="{70DEC719-365A-3033-DD08-EC1ECF64A343}"/>
          </ac:picMkLst>
        </pc:picChg>
        <pc:picChg chg="add">
          <ac:chgData name="Sakari Nahi" userId="c88f121d-2ae9-4c5d-9841-9fad25afcf24" providerId="ADAL" clId="{7D1F4730-92BF-4F79-AAC7-C2C1F21A8EB5}" dt="2026-09-29T05:28:42.384" v="186"/>
          <ac:picMkLst>
            <pc:docMk/>
            <pc:sldMk cId="1708628664" sldId="2147482608"/>
            <ac:picMk id="47" creationId="{16BC7E9C-83CF-BD15-8583-B364CDBAE2FC}"/>
          </ac:picMkLst>
        </pc:picChg>
        <pc:picChg chg="add">
          <ac:chgData name="Sakari Nahi" userId="c88f121d-2ae9-4c5d-9841-9fad25afcf24" providerId="ADAL" clId="{7D1F4730-92BF-4F79-AAC7-C2C1F21A8EB5}" dt="2026-09-29T05:29:02.363" v="187"/>
          <ac:picMkLst>
            <pc:docMk/>
            <pc:sldMk cId="1708628664" sldId="2147482608"/>
            <ac:picMk id="48" creationId="{CA70CDAA-1BC6-160D-18B1-FD2C1D97724B}"/>
          </ac:picMkLst>
        </pc:picChg>
        <pc:picChg chg="add">
          <ac:chgData name="Sakari Nahi" userId="c88f121d-2ae9-4c5d-9841-9fad25afcf24" providerId="ADAL" clId="{7D1F4730-92BF-4F79-AAC7-C2C1F21A8EB5}" dt="2026-09-29T05:29:25.072" v="188"/>
          <ac:picMkLst>
            <pc:docMk/>
            <pc:sldMk cId="1708628664" sldId="2147482608"/>
            <ac:picMk id="51" creationId="{D9558BA6-AE7F-8B38-1E3C-D7638C44672A}"/>
          </ac:picMkLst>
        </pc:picChg>
        <pc:picChg chg="add">
          <ac:chgData name="Sakari Nahi" userId="c88f121d-2ae9-4c5d-9841-9fad25afcf24" providerId="ADAL" clId="{7D1F4730-92BF-4F79-AAC7-C2C1F21A8EB5}" dt="2026-09-29T05:30:55.402" v="189"/>
          <ac:picMkLst>
            <pc:docMk/>
            <pc:sldMk cId="1708628664" sldId="2147482608"/>
            <ac:picMk id="52" creationId="{589DCB78-D13E-5867-7D6A-6458D6EA00B3}"/>
          </ac:picMkLst>
        </pc:picChg>
        <pc:picChg chg="add">
          <ac:chgData name="Sakari Nahi" userId="c88f121d-2ae9-4c5d-9841-9fad25afcf24" providerId="ADAL" clId="{7D1F4730-92BF-4F79-AAC7-C2C1F21A8EB5}" dt="2026-09-29T05:31:43.257" v="190"/>
          <ac:picMkLst>
            <pc:docMk/>
            <pc:sldMk cId="1708628664" sldId="2147482608"/>
            <ac:picMk id="53" creationId="{67DC8F83-0E78-769F-2AA5-E2B64EA0B6EB}"/>
          </ac:picMkLst>
        </pc:picChg>
      </pc:sldChg>
      <pc:sldChg chg="modSp ord">
        <pc:chgData name="Sakari Nahi" userId="c88f121d-2ae9-4c5d-9841-9fad25afcf24" providerId="ADAL" clId="{7D1F4730-92BF-4F79-AAC7-C2C1F21A8EB5}" dt="2026-09-29T06:00:33.083" v="219"/>
        <pc:sldMkLst>
          <pc:docMk/>
          <pc:sldMk cId="490201377" sldId="2147482609"/>
        </pc:sldMkLst>
        <pc:graphicFrameChg chg="mod">
          <ac:chgData name="Sakari Nahi" userId="c88f121d-2ae9-4c5d-9841-9fad25afcf24" providerId="ADAL" clId="{7D1F4730-92BF-4F79-AAC7-C2C1F21A8EB5}" dt="2026-09-29T05:45:59.421" v="200"/>
          <ac:graphicFrameMkLst>
            <pc:docMk/>
            <pc:sldMk cId="490201377" sldId="2147482609"/>
            <ac:graphicFrameMk id="3" creationId="{AB18554D-1FBF-D7A9-A7DA-1CFCCFF6EBDC}"/>
          </ac:graphicFrameMkLst>
        </pc:graphicFrameChg>
      </pc:sldChg>
      <pc:sldChg chg="add ord setBg">
        <pc:chgData name="Sakari Nahi" userId="c88f121d-2ae9-4c5d-9841-9fad25afcf24" providerId="ADAL" clId="{7D1F4730-92BF-4F79-AAC7-C2C1F21A8EB5}" dt="2026-09-29T06:07:53.899" v="224"/>
        <pc:sldMkLst>
          <pc:docMk/>
          <pc:sldMk cId="1318250741" sldId="21474826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7E3F2F-0DD0-0F4B-8883-5CE9BA3BEF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/>
              <a:t>Zure Oy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0C08C-81B5-7249-B780-9F47CF6AC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B822A-76DD-47ED-B361-084EA0023FF4}" type="datetime1">
              <a:rPr lang="fi-FI" smtClean="0"/>
              <a:t>28.9.2026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FE7D9-A31B-9842-94AF-080628511F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www.zure.com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94E60-9975-4C44-AEDF-2396FBF6B9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23E8A-A2D8-BB44-8E7A-4A49C5EC275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7908824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67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emf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3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3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emf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eg"/><Relationship Id="rId3" Type="http://schemas.openxmlformats.org/officeDocument/2006/relationships/image" Target="../media/image37.png"/><Relationship Id="rId4" Type="http://schemas.openxmlformats.org/officeDocument/2006/relationships/image" Target="../media/image25.png"/><Relationship Id="rId5" Type="http://schemas.openxmlformats.org/officeDocument/2006/relationships/image" Target="../media/image3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ackground pattern&#10;&#10;Description automatically generated">
            <a:extLst>
              <a:ext uri="{FF2B5EF4-FFF2-40B4-BE49-F238E27FC236}">
                <a16:creationId xmlns:a16="http://schemas.microsoft.com/office/drawing/2014/main" id="{5A469B4A-AAB8-3905-9D7A-E02B76F10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999"/>
            <a:ext cx="12192002" cy="3108983"/>
          </a:xfrm>
          <a:prstGeom prst="rect">
            <a:avLst/>
          </a:prstGeom>
        </p:spPr>
      </p:pic>
      <p:pic>
        <p:nvPicPr>
          <p:cNvPr id="3" name="Picture 2" descr="A picture containing light&#10;&#10;Description automatically generated">
            <a:extLst>
              <a:ext uri="{FF2B5EF4-FFF2-40B4-BE49-F238E27FC236}">
                <a16:creationId xmlns:a16="http://schemas.microsoft.com/office/drawing/2014/main" id="{48428833-1084-247F-6E9E-FEF735413F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71422" y="-3"/>
            <a:ext cx="4120578" cy="4200425"/>
          </a:xfrm>
          <a:prstGeom prst="rect">
            <a:avLst/>
          </a:prstGeom>
        </p:spPr>
      </p:pic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6AB5E85B-9EA7-D5B3-0ED8-DD7F0892A4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2"/>
            <a:ext cx="2389067" cy="478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pic>
        <p:nvPicPr>
          <p:cNvPr id="7" name="Picture 6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C93E697F-112A-D401-2A72-4D7B67422E3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24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C7C5DFF-6632-8EAD-DCBD-5855039BD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999"/>
            <a:ext cx="12192002" cy="3108983"/>
          </a:xfrm>
          <a:prstGeom prst="rect">
            <a:avLst/>
          </a:prstGeom>
        </p:spPr>
      </p:pic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19B2B531-A85C-1035-7033-00CDEF96C4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71422" y="-3"/>
            <a:ext cx="4120578" cy="4200425"/>
          </a:xfrm>
          <a:prstGeom prst="rect">
            <a:avLst/>
          </a:prstGeom>
        </p:spPr>
      </p:pic>
      <p:pic>
        <p:nvPicPr>
          <p:cNvPr id="5" name="Picture 4" descr="A picture containing light&#10;&#10;Description automatically generated">
            <a:extLst>
              <a:ext uri="{FF2B5EF4-FFF2-40B4-BE49-F238E27FC236}">
                <a16:creationId xmlns:a16="http://schemas.microsoft.com/office/drawing/2014/main" id="{532AD4B6-9410-78F4-5CF2-497B6F556B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2"/>
            <a:ext cx="2389067" cy="478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60000"/>
            <a:ext cx="10753200" cy="306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548EA6-2912-8742-8424-B4C74BA88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3600000"/>
            <a:ext cx="10753200" cy="216000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algn="ctr">
              <a:defRPr sz="3600"/>
            </a:lvl2pPr>
            <a:lvl3pPr algn="ctr">
              <a:defRPr sz="3600"/>
            </a:lvl3pPr>
            <a:lvl4pPr algn="ctr">
              <a:defRPr sz="3600"/>
            </a:lvl4pPr>
            <a:lvl5pPr algn="ctr">
              <a:defRPr sz="36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0D2C53C-31A4-C42F-E03D-C0EF231EF1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0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03E95A9-FDBA-36C7-F1D3-ED2295251C51}"/>
              </a:ext>
            </a:extLst>
          </p:cNvPr>
          <p:cNvGrpSpPr/>
          <p:nvPr userDrawn="1"/>
        </p:nvGrpSpPr>
        <p:grpSpPr>
          <a:xfrm>
            <a:off x="3305048" y="-1"/>
            <a:ext cx="8886952" cy="6857997"/>
            <a:chOff x="3305048" y="-1"/>
            <a:chExt cx="8886952" cy="6857997"/>
          </a:xfrm>
        </p:grpSpPr>
        <p:pic>
          <p:nvPicPr>
            <p:cNvPr id="9" name="Picture 8" descr="A picture containing text, indoor, person, keyboard&#10;&#10;Description automatically generated">
              <a:extLst>
                <a:ext uri="{FF2B5EF4-FFF2-40B4-BE49-F238E27FC236}">
                  <a16:creationId xmlns:a16="http://schemas.microsoft.com/office/drawing/2014/main" id="{467AF6AA-313E-6B21-3E1E-912F427540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11278" y="0"/>
              <a:ext cx="8880722" cy="6857996"/>
            </a:xfrm>
            <a:prstGeom prst="rect">
              <a:avLst/>
            </a:prstGeom>
            <a:gradFill flip="none" rotWithShape="1">
              <a:gsLst>
                <a:gs pos="17000">
                  <a:srgbClr val="191919"/>
                </a:gs>
                <a:gs pos="66000">
                  <a:srgbClr val="13545D"/>
                </a:gs>
              </a:gsLst>
              <a:lin ang="0" scaled="1"/>
              <a:tileRect/>
            </a:gradFill>
          </p:spPr>
        </p:pic>
        <p:pic>
          <p:nvPicPr>
            <p:cNvPr id="14" name="Picture 13" descr="Shape, rectangle&#10;&#10;Description automatically generated">
              <a:extLst>
                <a:ext uri="{FF2B5EF4-FFF2-40B4-BE49-F238E27FC236}">
                  <a16:creationId xmlns:a16="http://schemas.microsoft.com/office/drawing/2014/main" id="{ABCA14BB-F237-6D43-2F31-3C970CC07F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8142513" y="-1"/>
              <a:ext cx="4049485" cy="6857987"/>
            </a:xfrm>
            <a:prstGeom prst="rect">
              <a:avLst/>
            </a:prstGeom>
          </p:spPr>
        </p:pic>
        <p:pic>
          <p:nvPicPr>
            <p:cNvPr id="5" name="Picture 4" descr="Background pattern&#10;&#10;Description automatically generated">
              <a:extLst>
                <a:ext uri="{FF2B5EF4-FFF2-40B4-BE49-F238E27FC236}">
                  <a16:creationId xmlns:a16="http://schemas.microsoft.com/office/drawing/2014/main" id="{29436FE2-F876-F11B-8F11-713840EEA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05048" y="-1"/>
              <a:ext cx="6854951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1" y="1620000"/>
            <a:ext cx="5760097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83E1302-8748-1F9B-C902-1077FF6357E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9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CAEAB4-89D4-4978-0475-C1727453A661}"/>
              </a:ext>
            </a:extLst>
          </p:cNvPr>
          <p:cNvGrpSpPr/>
          <p:nvPr userDrawn="1"/>
        </p:nvGrpSpPr>
        <p:grpSpPr>
          <a:xfrm>
            <a:off x="3305048" y="-1"/>
            <a:ext cx="8886952" cy="6858001"/>
            <a:chOff x="3305048" y="-1"/>
            <a:chExt cx="8886952" cy="6858001"/>
          </a:xfrm>
        </p:grpSpPr>
        <p:pic>
          <p:nvPicPr>
            <p:cNvPr id="3" name="Picture 2" descr="A person sitting in front of a computer&#10;&#10;Description automatically generated">
              <a:extLst>
                <a:ext uri="{FF2B5EF4-FFF2-40B4-BE49-F238E27FC236}">
                  <a16:creationId xmlns:a16="http://schemas.microsoft.com/office/drawing/2014/main" id="{BC6E8596-145B-0B10-D446-71B92B2CB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753145" y="13"/>
              <a:ext cx="8438855" cy="6857987"/>
            </a:xfrm>
            <a:prstGeom prst="rect">
              <a:avLst/>
            </a:prstGeom>
            <a:noFill/>
          </p:spPr>
        </p:pic>
        <p:pic>
          <p:nvPicPr>
            <p:cNvPr id="17" name="Picture 16" descr="Shape, rectangle&#10;&#10;Description automatically generated">
              <a:extLst>
                <a:ext uri="{FF2B5EF4-FFF2-40B4-BE49-F238E27FC236}">
                  <a16:creationId xmlns:a16="http://schemas.microsoft.com/office/drawing/2014/main" id="{3499B490-5EC0-99DD-E7CB-0758FE1070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6898432" y="0"/>
              <a:ext cx="5293567" cy="6857987"/>
            </a:xfrm>
            <a:prstGeom prst="rect">
              <a:avLst/>
            </a:prstGeom>
          </p:spPr>
        </p:pic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DD95E58E-69F4-9B10-4A2A-B605F19702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05048" y="-1"/>
              <a:ext cx="6854951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6" name="Picture 5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88624775-626A-9F81-CCF3-7945D40722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2F76CA2-3408-AA8A-BBEC-EB4AD651C2FC}"/>
              </a:ext>
            </a:extLst>
          </p:cNvPr>
          <p:cNvGrpSpPr/>
          <p:nvPr userDrawn="1"/>
        </p:nvGrpSpPr>
        <p:grpSpPr>
          <a:xfrm>
            <a:off x="6008804" y="-1"/>
            <a:ext cx="6183196" cy="6858001"/>
            <a:chOff x="6008804" y="-1"/>
            <a:chExt cx="6183196" cy="6858001"/>
          </a:xfrm>
        </p:grpSpPr>
        <p:pic>
          <p:nvPicPr>
            <p:cNvPr id="9" name="Picture 8" descr="A group of people sitting at a table looking at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E752B77F-F0BD-D442-6073-97496812B1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008804" y="0"/>
              <a:ext cx="6182602" cy="6857998"/>
            </a:xfrm>
            <a:prstGeom prst="rect">
              <a:avLst/>
            </a:prstGeom>
          </p:spPr>
        </p:pic>
        <p:pic>
          <p:nvPicPr>
            <p:cNvPr id="6" name="Picture 5" descr="Shape, rectangle&#10;&#10;Description automatically generated">
              <a:extLst>
                <a:ext uri="{FF2B5EF4-FFF2-40B4-BE49-F238E27FC236}">
                  <a16:creationId xmlns:a16="http://schemas.microsoft.com/office/drawing/2014/main" id="{F414F2CE-1AC4-CB61-EEBF-95E305F89D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8936736" y="13"/>
              <a:ext cx="3255264" cy="6857987"/>
            </a:xfrm>
            <a:prstGeom prst="rect">
              <a:avLst/>
            </a:prstGeom>
          </p:spPr>
        </p:pic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44F16148-D28A-47E9-F512-A7967EC04E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08805" y="-1"/>
              <a:ext cx="3109796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C8E96F8F-E773-A9C4-34B8-E062335152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4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Righ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0E38FF9-580C-EB15-84ED-F549384298CF}"/>
              </a:ext>
            </a:extLst>
          </p:cNvPr>
          <p:cNvGrpSpPr/>
          <p:nvPr userDrawn="1"/>
        </p:nvGrpSpPr>
        <p:grpSpPr>
          <a:xfrm>
            <a:off x="4144617" y="-1"/>
            <a:ext cx="8047383" cy="6864081"/>
            <a:chOff x="4144617" y="-1"/>
            <a:chExt cx="8047383" cy="68640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B63C32C-9189-525B-650A-B14D19395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44619" y="6623"/>
              <a:ext cx="8047379" cy="6851225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9E126C4F-F82E-D161-CCB5-B9CADC3684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99356" y="6093"/>
              <a:ext cx="4992644" cy="6857987"/>
            </a:xfrm>
            <a:prstGeom prst="rect">
              <a:avLst/>
            </a:prstGeom>
          </p:spPr>
        </p:pic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65233276-B944-CF0F-32AF-7F69F99148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44617" y="-1"/>
              <a:ext cx="6854951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6" name="Picture 5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A8A3EA60-1A74-BAED-7E49-A5D7B97D8EE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8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168159F-D778-CAA0-B699-E0A77F306DC0}"/>
              </a:ext>
            </a:extLst>
          </p:cNvPr>
          <p:cNvGrpSpPr/>
          <p:nvPr userDrawn="1"/>
        </p:nvGrpSpPr>
        <p:grpSpPr>
          <a:xfrm>
            <a:off x="0" y="-2"/>
            <a:ext cx="6806177" cy="6865625"/>
            <a:chOff x="0" y="-2"/>
            <a:chExt cx="6806177" cy="6865625"/>
          </a:xfrm>
        </p:grpSpPr>
        <p:pic>
          <p:nvPicPr>
            <p:cNvPr id="3" name="Picture 2" descr="A picture containing knife, computer&#10;&#10;Description automatically generated">
              <a:extLst>
                <a:ext uri="{FF2B5EF4-FFF2-40B4-BE49-F238E27FC236}">
                  <a16:creationId xmlns:a16="http://schemas.microsoft.com/office/drawing/2014/main" id="{A09E2DEF-A7A0-F85B-6980-37E822697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5356" y="7637"/>
              <a:ext cx="6800821" cy="6850363"/>
            </a:xfrm>
            <a:prstGeom prst="rect">
              <a:avLst/>
            </a:prstGeom>
            <a:noFill/>
          </p:spPr>
        </p:pic>
        <p:pic>
          <p:nvPicPr>
            <p:cNvPr id="8" name="Picture 7" descr="Shape, rectangle&#10;&#10;Description automatically generated">
              <a:extLst>
                <a:ext uri="{FF2B5EF4-FFF2-40B4-BE49-F238E27FC236}">
                  <a16:creationId xmlns:a16="http://schemas.microsoft.com/office/drawing/2014/main" id="{436BA60E-CFCC-69D3-C0AD-6714471C5A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636"/>
              <a:ext cx="4404049" cy="6857987"/>
            </a:xfrm>
            <a:prstGeom prst="rect">
              <a:avLst/>
            </a:prstGeom>
          </p:spPr>
        </p:pic>
        <p:pic>
          <p:nvPicPr>
            <p:cNvPr id="5" name="Picture 4" descr="Background pattern&#10;&#10;Description automatically generated">
              <a:extLst>
                <a:ext uri="{FF2B5EF4-FFF2-40B4-BE49-F238E27FC236}">
                  <a16:creationId xmlns:a16="http://schemas.microsoft.com/office/drawing/2014/main" id="{96D06ECC-5CBF-738A-D0BD-254A8DFA63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616199" y="-2"/>
              <a:ext cx="4189977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302" y="1620000"/>
            <a:ext cx="6120947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4" name="Picture 3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0856F001-6038-DC72-4F52-924B34DF8A9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2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087C8E1-56B4-7F2A-590F-E005020A9E54}"/>
              </a:ext>
            </a:extLst>
          </p:cNvPr>
          <p:cNvGrpSpPr/>
          <p:nvPr userDrawn="1"/>
        </p:nvGrpSpPr>
        <p:grpSpPr>
          <a:xfrm>
            <a:off x="0" y="0"/>
            <a:ext cx="6394263" cy="6859716"/>
            <a:chOff x="0" y="-2"/>
            <a:chExt cx="6394263" cy="6859716"/>
          </a:xfrm>
        </p:grpSpPr>
        <p:pic>
          <p:nvPicPr>
            <p:cNvPr id="9" name="Picture 8" descr="A person typing on a keyboard&#10;&#10;Description automatically generated with medium confidence">
              <a:extLst>
                <a:ext uri="{FF2B5EF4-FFF2-40B4-BE49-F238E27FC236}">
                  <a16:creationId xmlns:a16="http://schemas.microsoft.com/office/drawing/2014/main" id="{E38F51D3-F4DB-2F5A-7DF6-79501BD3C0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2" y="0"/>
              <a:ext cx="6393371" cy="6849019"/>
            </a:xfrm>
            <a:prstGeom prst="rect">
              <a:avLst/>
            </a:prstGeom>
          </p:spPr>
        </p:pic>
        <p:pic>
          <p:nvPicPr>
            <p:cNvPr id="12" name="Picture 11" descr="Shape, rectangle&#10;&#10;Description automatically generated">
              <a:extLst>
                <a:ext uri="{FF2B5EF4-FFF2-40B4-BE49-F238E27FC236}">
                  <a16:creationId xmlns:a16="http://schemas.microsoft.com/office/drawing/2014/main" id="{AFFF6610-3532-24E2-B36F-1B4B93CF75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727"/>
              <a:ext cx="3526971" cy="6857987"/>
            </a:xfrm>
            <a:prstGeom prst="rect">
              <a:avLst/>
            </a:prstGeom>
          </p:spPr>
        </p:pic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ED3EADD5-9C9F-20F1-AE7D-085FB4D0A6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082799" y="-2"/>
              <a:ext cx="4311463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E2345976-1E64-7B2F-B396-4271922064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73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Lef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D938759-EB15-5DF5-5483-B226A899C337}"/>
              </a:ext>
            </a:extLst>
          </p:cNvPr>
          <p:cNvGrpSpPr/>
          <p:nvPr userDrawn="1"/>
        </p:nvGrpSpPr>
        <p:grpSpPr>
          <a:xfrm>
            <a:off x="0" y="-2"/>
            <a:ext cx="5556257" cy="6858002"/>
            <a:chOff x="0" y="-2"/>
            <a:chExt cx="5556257" cy="6858002"/>
          </a:xfrm>
        </p:grpSpPr>
        <p:pic>
          <p:nvPicPr>
            <p:cNvPr id="3" name="Picture Placeholder 19">
              <a:extLst>
                <a:ext uri="{FF2B5EF4-FFF2-40B4-BE49-F238E27FC236}">
                  <a16:creationId xmlns:a16="http://schemas.microsoft.com/office/drawing/2014/main" id="{A31FA147-F8B2-A5FC-7E25-7D9BB7D520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3" r="2823"/>
            <a:stretch/>
          </p:blipFill>
          <p:spPr>
            <a:xfrm>
              <a:off x="0" y="0"/>
              <a:ext cx="5556257" cy="6858000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AEF1CE44-E034-F473-611B-E2EF855DFF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3576735" cy="6857987"/>
            </a:xfrm>
            <a:prstGeom prst="rect">
              <a:avLst/>
            </a:prstGeom>
          </p:spPr>
        </p:pic>
        <p:pic>
          <p:nvPicPr>
            <p:cNvPr id="4" name="Picture 3" descr="Background pattern&#10;&#10;Description automatically generated">
              <a:extLst>
                <a:ext uri="{FF2B5EF4-FFF2-40B4-BE49-F238E27FC236}">
                  <a16:creationId xmlns:a16="http://schemas.microsoft.com/office/drawing/2014/main" id="{A914ED4A-C270-31E8-FD9B-28C7A02113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590799" y="-2"/>
              <a:ext cx="2965457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6" name="Picture 5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34FD31FC-3BDE-F7CE-EF99-05EFB756B4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Picture - Lef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F047A56-0530-50F6-5FDC-8E54C7735185}"/>
              </a:ext>
            </a:extLst>
          </p:cNvPr>
          <p:cNvGrpSpPr/>
          <p:nvPr userDrawn="1"/>
        </p:nvGrpSpPr>
        <p:grpSpPr>
          <a:xfrm>
            <a:off x="-1" y="-3"/>
            <a:ext cx="6361449" cy="6865626"/>
            <a:chOff x="-1" y="-3"/>
            <a:chExt cx="6361449" cy="6865626"/>
          </a:xfrm>
        </p:grpSpPr>
        <p:pic>
          <p:nvPicPr>
            <p:cNvPr id="3" name="Picture 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1BB9BF5C-3E7D-D6B3-6D39-E0C37B38E4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0"/>
              <a:ext cx="6361449" cy="6858000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B2E8C6FB-467F-6C09-0DC7-5A1F6592D5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636"/>
              <a:ext cx="3670041" cy="6857987"/>
            </a:xfrm>
            <a:prstGeom prst="rect">
              <a:avLst/>
            </a:prstGeom>
          </p:spPr>
        </p:pic>
        <p:pic>
          <p:nvPicPr>
            <p:cNvPr id="5" name="Picture 4" descr="Background pattern&#10;&#10;Description automatically generated">
              <a:extLst>
                <a:ext uri="{FF2B5EF4-FFF2-40B4-BE49-F238E27FC236}">
                  <a16:creationId xmlns:a16="http://schemas.microsoft.com/office/drawing/2014/main" id="{7B6353A6-255C-24BB-75DF-158EEB8F9F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2839943" y="-3"/>
              <a:ext cx="3521504" cy="685495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9BAB0572-29C5-19A1-7ACB-3DA8E766AC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31A577-5BC5-C945-29A3-3BD7836F0C97}"/>
              </a:ext>
            </a:extLst>
          </p:cNvPr>
          <p:cNvGrpSpPr/>
          <p:nvPr userDrawn="1"/>
        </p:nvGrpSpPr>
        <p:grpSpPr>
          <a:xfrm>
            <a:off x="7787951" y="-4"/>
            <a:ext cx="4404049" cy="6865627"/>
            <a:chOff x="7787951" y="-4"/>
            <a:chExt cx="4404049" cy="6865627"/>
          </a:xfrm>
        </p:grpSpPr>
        <p:pic>
          <p:nvPicPr>
            <p:cNvPr id="5" name="Picture 4" descr="Shape, rectangle&#10;&#10;Description automatically generated">
              <a:extLst>
                <a:ext uri="{FF2B5EF4-FFF2-40B4-BE49-F238E27FC236}">
                  <a16:creationId xmlns:a16="http://schemas.microsoft.com/office/drawing/2014/main" id="{D0F8DE05-1B07-9851-51D8-A854C90DCA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2" name="Picture 1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0F25446E-DCBD-8D7B-A8D6-64530C6499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7904344" y="-4"/>
              <a:ext cx="4287656" cy="437074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4" name="Picture 3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260E5606-1912-2966-020A-DFF1303CA8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9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5D1292-789B-C1C7-C54C-F6D64AC85887}"/>
              </a:ext>
            </a:extLst>
          </p:cNvPr>
          <p:cNvGrpSpPr/>
          <p:nvPr userDrawn="1"/>
        </p:nvGrpSpPr>
        <p:grpSpPr>
          <a:xfrm>
            <a:off x="7787951" y="0"/>
            <a:ext cx="4404049" cy="6865623"/>
            <a:chOff x="7787951" y="0"/>
            <a:chExt cx="4404049" cy="6865623"/>
          </a:xfrm>
        </p:grpSpPr>
        <p:pic>
          <p:nvPicPr>
            <p:cNvPr id="5" name="Picture 4" descr="Shape, rectangle&#10;&#10;Description automatically generated">
              <a:extLst>
                <a:ext uri="{FF2B5EF4-FFF2-40B4-BE49-F238E27FC236}">
                  <a16:creationId xmlns:a16="http://schemas.microsoft.com/office/drawing/2014/main" id="{8214537D-BD51-E5C2-FA26-BEBD30E036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2" name="Picture 1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67C899B1-395F-7354-0B27-BD3644E160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84444" y="0"/>
              <a:ext cx="3507556" cy="5642629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1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4" name="Picture 3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FC016737-0256-586C-E411-501B47DBC57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161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01DAA39-F883-CADB-D6B0-3A8297E7677B}"/>
              </a:ext>
            </a:extLst>
          </p:cNvPr>
          <p:cNvGrpSpPr/>
          <p:nvPr userDrawn="1"/>
        </p:nvGrpSpPr>
        <p:grpSpPr>
          <a:xfrm>
            <a:off x="0" y="0"/>
            <a:ext cx="4404049" cy="6870343"/>
            <a:chOff x="0" y="0"/>
            <a:chExt cx="4404049" cy="6870343"/>
          </a:xfrm>
        </p:grpSpPr>
        <p:pic>
          <p:nvPicPr>
            <p:cNvPr id="7" name="Picture 6" descr="Shape, rectangle&#10;&#10;Description automatically generated">
              <a:extLst>
                <a:ext uri="{FF2B5EF4-FFF2-40B4-BE49-F238E27FC236}">
                  <a16:creationId xmlns:a16="http://schemas.microsoft.com/office/drawing/2014/main" id="{B0D27C7E-0DFA-8099-FC5A-FDF930844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12356"/>
              <a:ext cx="4404049" cy="6857987"/>
            </a:xfrm>
            <a:prstGeom prst="rect">
              <a:avLst/>
            </a:prstGeom>
          </p:spPr>
        </p:pic>
        <p:pic>
          <p:nvPicPr>
            <p:cNvPr id="3" name="Picture 2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A08EA884-9822-3355-B669-CD443B526E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/>
            <a:stretch/>
          </p:blipFill>
          <p:spPr>
            <a:xfrm rot="16200000" flipV="1">
              <a:off x="-294945" y="294946"/>
              <a:ext cx="4140000" cy="3550108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89C7C0D-5FE3-D198-3CB6-396E9193F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E1712F29-EA4C-C05D-2BBA-09EC7D97E2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6" name="Picture 5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44EF07BC-84CF-E530-CAB4-275FD90B7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5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FBAC37-3222-E634-A15B-8FF5729F3AA9}"/>
              </a:ext>
            </a:extLst>
          </p:cNvPr>
          <p:cNvGrpSpPr/>
          <p:nvPr userDrawn="1"/>
        </p:nvGrpSpPr>
        <p:grpSpPr>
          <a:xfrm>
            <a:off x="7787951" y="-2"/>
            <a:ext cx="4404049" cy="6865625"/>
            <a:chOff x="7787951" y="-2"/>
            <a:chExt cx="4404049" cy="6865625"/>
          </a:xfrm>
        </p:grpSpPr>
        <p:pic>
          <p:nvPicPr>
            <p:cNvPr id="4" name="Picture 3" descr="Shape, rectangle&#10;&#10;Description automatically generated">
              <a:extLst>
                <a:ext uri="{FF2B5EF4-FFF2-40B4-BE49-F238E27FC236}">
                  <a16:creationId xmlns:a16="http://schemas.microsoft.com/office/drawing/2014/main" id="{F4C0E2BA-975F-408B-E933-9498F8F42A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9" name="Picture 8" descr="A red circle with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318BAACE-0782-7785-2BC4-9E3F1699D9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8189770" y="-2"/>
              <a:ext cx="4002229" cy="4869001"/>
            </a:xfrm>
            <a:prstGeom prst="rect">
              <a:avLst/>
            </a:prstGeom>
          </p:spPr>
        </p:pic>
      </p:grpSp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28A15C7E-D008-DF3F-6DA9-AE3A25B063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26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asic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A390B87-25E2-CDAD-9152-9ADA1C10AA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14"/>
          <a:stretch/>
        </p:blipFill>
        <p:spPr>
          <a:xfrm>
            <a:off x="0" y="0"/>
            <a:ext cx="8407983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4876128" cy="10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2675466"/>
            <a:ext cx="5681133" cy="349673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E9326BDE-7C13-16AB-63FC-5604E08B23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77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asic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159265E9-3D4A-EBFC-0043-6BFDF0D54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0176" y="0"/>
            <a:ext cx="3201825" cy="68556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620000"/>
            <a:ext cx="10752863" cy="4140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FB37EE5-8145-6F33-DFD5-819592A641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15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asic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, 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C415052-4F8E-1B88-4032-EA35305598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523"/>
          <a:stretch/>
        </p:blipFill>
        <p:spPr>
          <a:xfrm>
            <a:off x="0" y="0"/>
            <a:ext cx="8257104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4876128" cy="10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2" name="Content Placeholder 11">
            <a:extLst>
              <a:ext uri="{FF2B5EF4-FFF2-40B4-BE49-F238E27FC236}">
                <a16:creationId xmlns:a16="http://schemas.microsoft.com/office/drawing/2014/main" id="{27FEB78F-C89D-8726-E12F-4E91EEF69D7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2675466"/>
            <a:ext cx="5681133" cy="349673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440BEEEA-0A3D-7E33-26D1-61AACF759B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12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asic R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BF75463-DECA-83CB-AF0E-57D09CE0E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4041" y="0"/>
            <a:ext cx="10007959" cy="68556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620000"/>
            <a:ext cx="10752863" cy="4140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C06A76F-2CC8-C2DE-69E7-9D857854F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1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929CE785-C465-2D06-9112-48B325B9AE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04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58256BC-7454-262E-293C-BDDFF77EB5F2}"/>
              </a:ext>
            </a:extLst>
          </p:cNvPr>
          <p:cNvSpPr/>
          <p:nvPr userDrawn="1"/>
        </p:nvSpPr>
        <p:spPr>
          <a:xfrm rot="10800000">
            <a:off x="5022096" y="1806095"/>
            <a:ext cx="2153905" cy="2153905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BE662E80-0CF4-E9CB-9427-75AB987C3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7016D-915B-9644-BA48-0E9194987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3200" cy="1080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3E160C-4DA0-6947-9FCD-93F06CFB3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160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D1D161E-D5B8-BA4C-9A2E-3C192876BE3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0" y="4107876"/>
            <a:ext cx="107532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5" name="Picture 4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93FB7469-86CE-9505-CF90-0DD6310CD8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1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564B205-66C1-B810-844A-3EC28AFC005E}"/>
              </a:ext>
            </a:extLst>
          </p:cNvPr>
          <p:cNvSpPr/>
          <p:nvPr userDrawn="1"/>
        </p:nvSpPr>
        <p:spPr>
          <a:xfrm rot="10800000">
            <a:off x="2520000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9245DA-915F-D4EF-0D9C-06B72108BB8D}"/>
              </a:ext>
            </a:extLst>
          </p:cNvPr>
          <p:cNvSpPr/>
          <p:nvPr userDrawn="1"/>
        </p:nvSpPr>
        <p:spPr>
          <a:xfrm rot="10800000">
            <a:off x="7512624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731BCD85-8675-D4F5-228E-356B6F430B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7016D-915B-9644-BA48-0E9194987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3200" cy="1080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3E160C-4DA0-6947-9FCD-93F06CFB3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200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108D4A2-AAAB-7445-A66C-949A4F51C4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96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C370407-25CC-B044-9B6B-3E6F277F3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40000" y="4107876"/>
            <a:ext cx="432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B846367E-43B7-2746-BFC9-45B455F309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600" y="4107876"/>
            <a:ext cx="432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313C3062-821A-7488-B22E-B93B2B3F8D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41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1D11DA7-8F9B-DDD0-5FE1-3F5EB18488DC}"/>
              </a:ext>
            </a:extLst>
          </p:cNvPr>
          <p:cNvSpPr/>
          <p:nvPr userDrawn="1"/>
        </p:nvSpPr>
        <p:spPr>
          <a:xfrm rot="10800000">
            <a:off x="5022096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3C2D09-E112-AAF7-5F9C-73D2989CD4B0}"/>
              </a:ext>
            </a:extLst>
          </p:cNvPr>
          <p:cNvSpPr/>
          <p:nvPr userDrawn="1"/>
        </p:nvSpPr>
        <p:spPr>
          <a:xfrm rot="10800000">
            <a:off x="1779024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1FEE21-A747-37C0-2709-BCE41BBA6067}"/>
              </a:ext>
            </a:extLst>
          </p:cNvPr>
          <p:cNvSpPr/>
          <p:nvPr userDrawn="1"/>
        </p:nvSpPr>
        <p:spPr>
          <a:xfrm rot="10800000">
            <a:off x="8259072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739D0047-47BD-00BA-05CD-8F55F821D6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7016D-915B-9644-BA48-0E9194987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3200" cy="1080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748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3E160C-4DA0-6947-9FCD-93F06CFB3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160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108D4A2-AAAB-7445-A66C-949A4F51C4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548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B293C2F5-764D-CF4D-9E43-7368420EFE1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800" y="4107876"/>
            <a:ext cx="288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728DE380-8E43-EA44-84ED-EF0382F076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54800" y="4107876"/>
            <a:ext cx="288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F853805C-B825-D040-8622-C48F32F02E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94800" y="4107876"/>
            <a:ext cx="288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8" name="Picture 7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62128418-8967-BEE0-0CF6-71AF46C9DC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09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0C934D9-21AA-87F8-6680-0AE9D11DBD26}"/>
              </a:ext>
            </a:extLst>
          </p:cNvPr>
          <p:cNvSpPr/>
          <p:nvPr userDrawn="1"/>
        </p:nvSpPr>
        <p:spPr>
          <a:xfrm rot="10800000">
            <a:off x="720000" y="1613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57EBFF79-7DE2-ECEC-234C-89A7AA00C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620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32B68509-EB78-FC4B-A48C-19C085B1C0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9999" y="1620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3177E7-60AC-2E7E-2252-2D93FC6C30A1}"/>
              </a:ext>
            </a:extLst>
          </p:cNvPr>
          <p:cNvSpPr/>
          <p:nvPr userDrawn="1"/>
        </p:nvSpPr>
        <p:spPr>
          <a:xfrm rot="10800000">
            <a:off x="720000" y="3899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F00C2F9-E3F8-102E-142E-B6C3443A8F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0000" y="3906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5E3B894C-27D3-A20A-1BF3-CD38CED782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9999" y="3906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975EFF-7CA8-C12F-A8F2-30891E2D891D}"/>
              </a:ext>
            </a:extLst>
          </p:cNvPr>
          <p:cNvSpPr/>
          <p:nvPr userDrawn="1"/>
        </p:nvSpPr>
        <p:spPr>
          <a:xfrm rot="10800000">
            <a:off x="6471444" y="1613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D6C1B3F6-5F11-1110-CF17-35730094C50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71444" y="1620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9625922-8A98-7705-7476-57EC725F93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1443" y="1620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58EBEF-C4AC-D20C-B0D7-DD79A9144541}"/>
              </a:ext>
            </a:extLst>
          </p:cNvPr>
          <p:cNvSpPr/>
          <p:nvPr userDrawn="1"/>
        </p:nvSpPr>
        <p:spPr>
          <a:xfrm rot="10800000">
            <a:off x="6471444" y="3899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242108-77DC-134B-DDA4-4D86DF43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71444" y="3906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E4630C4-A550-4D6F-5B30-55EC18BD15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31443" y="3906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97707A7-D6FE-607B-B43F-04A5A95250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338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C965534-76F5-1056-2B31-C7549DF7A371}"/>
              </a:ext>
            </a:extLst>
          </p:cNvPr>
          <p:cNvSpPr/>
          <p:nvPr userDrawn="1"/>
        </p:nvSpPr>
        <p:spPr>
          <a:xfrm rot="10800000">
            <a:off x="718798" y="161533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C94AD9C1-0EC8-2CBD-FF9A-1BF26124E4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62000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44B025BB-494C-6444-A662-2A59CC7444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0000" y="161677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F91072-FBBE-1585-5D95-FF2FD3DD6180}"/>
              </a:ext>
            </a:extLst>
          </p:cNvPr>
          <p:cNvSpPr/>
          <p:nvPr userDrawn="1"/>
        </p:nvSpPr>
        <p:spPr>
          <a:xfrm rot="10800000">
            <a:off x="718798" y="305912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F1013D75-53B3-45D0-6A33-C5E8E74B639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20000" y="306379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6813FBAE-92AD-F1C6-49BE-3324569A78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60000" y="306056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2D7AE5-2F1C-F870-5A9A-96257F4003F9}"/>
              </a:ext>
            </a:extLst>
          </p:cNvPr>
          <p:cNvSpPr/>
          <p:nvPr userDrawn="1"/>
        </p:nvSpPr>
        <p:spPr>
          <a:xfrm rot="10800000">
            <a:off x="718798" y="450291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8A5DA6C0-BE87-FC7D-2D99-D12B5CF659C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720000" y="450758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BB13C76C-949B-092C-C4BD-8B09EE4BD4A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60000" y="450435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4AAE58-2342-F692-BBD1-B30825C347B9}"/>
              </a:ext>
            </a:extLst>
          </p:cNvPr>
          <p:cNvSpPr/>
          <p:nvPr userDrawn="1"/>
        </p:nvSpPr>
        <p:spPr>
          <a:xfrm rot="10800000">
            <a:off x="6459580" y="161533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06A7DCB3-7C73-AB3D-917C-964E2B299E1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460782" y="162000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7B3B49A3-D090-B531-8E79-90CC192F630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00782" y="161677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EC059A6-A066-D613-055F-791B326B27C1}"/>
              </a:ext>
            </a:extLst>
          </p:cNvPr>
          <p:cNvSpPr/>
          <p:nvPr userDrawn="1"/>
        </p:nvSpPr>
        <p:spPr>
          <a:xfrm rot="10800000">
            <a:off x="6459580" y="305912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A0305BEB-B803-094B-8166-248C318A356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460782" y="306379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56" name="Text Placeholder 18">
            <a:extLst>
              <a:ext uri="{FF2B5EF4-FFF2-40B4-BE49-F238E27FC236}">
                <a16:creationId xmlns:a16="http://schemas.microsoft.com/office/drawing/2014/main" id="{A2FCE123-F819-4C36-C478-5DD8AB3B4F7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00782" y="306056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6C9126B-89DE-D096-2D1B-320D687F60BE}"/>
              </a:ext>
            </a:extLst>
          </p:cNvPr>
          <p:cNvSpPr/>
          <p:nvPr userDrawn="1"/>
        </p:nvSpPr>
        <p:spPr>
          <a:xfrm rot="10800000">
            <a:off x="6459580" y="450291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EFF53A51-FA67-B3AF-FF1D-365F1DAADD6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460782" y="450758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fi-FI"/>
          </a:p>
        </p:txBody>
      </p:sp>
      <p:sp>
        <p:nvSpPr>
          <p:cNvPr id="60" name="Text Placeholder 18">
            <a:extLst>
              <a:ext uri="{FF2B5EF4-FFF2-40B4-BE49-F238E27FC236}">
                <a16:creationId xmlns:a16="http://schemas.microsoft.com/office/drawing/2014/main" id="{1D955354-A5A8-A445-85E0-8BB88057EE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00782" y="450435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10A5F975-2332-259A-D5B6-C16C1B0FC8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90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Contact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2C43C12-D015-0EA1-6953-E54BF3DD2F93}"/>
              </a:ext>
            </a:extLst>
          </p:cNvPr>
          <p:cNvSpPr/>
          <p:nvPr userDrawn="1"/>
        </p:nvSpPr>
        <p:spPr>
          <a:xfrm rot="10800000">
            <a:off x="716759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E78D838E-BE89-F17E-8DC9-23CE15B3B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000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44B025BB-494C-6444-A662-2A59CC7444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0000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E40B4BB-F2EF-4DE8-CEF0-B4012583817A}"/>
              </a:ext>
            </a:extLst>
          </p:cNvPr>
          <p:cNvSpPr/>
          <p:nvPr userDrawn="1"/>
        </p:nvSpPr>
        <p:spPr>
          <a:xfrm rot="10800000">
            <a:off x="716759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18AC2800-C3EF-499A-08B1-FAB1D669860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20000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2023100A-5D28-FF65-B226-4F472C42756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60000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D581F9B-DF1E-0ADC-9DCA-A2B69B6A7D8A}"/>
              </a:ext>
            </a:extLst>
          </p:cNvPr>
          <p:cNvSpPr/>
          <p:nvPr userDrawn="1"/>
        </p:nvSpPr>
        <p:spPr>
          <a:xfrm rot="10800000">
            <a:off x="716759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AAB50452-6142-A58D-7C86-3029D5E661E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20000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CC75CB6F-E979-E525-57C1-4D6A641339F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0000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AC951D-3117-3F27-7FE8-1E0AD718D882}"/>
              </a:ext>
            </a:extLst>
          </p:cNvPr>
          <p:cNvSpPr/>
          <p:nvPr userDrawn="1"/>
        </p:nvSpPr>
        <p:spPr>
          <a:xfrm rot="10800000">
            <a:off x="716759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A99E94E2-4524-A95D-77B5-A6BD36A5FCD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20000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F26FB4A3-D085-06AB-5BAC-0B819966880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60000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4BCB21-9955-BBDD-BD29-106C9A1422CA}"/>
              </a:ext>
            </a:extLst>
          </p:cNvPr>
          <p:cNvSpPr/>
          <p:nvPr userDrawn="1"/>
        </p:nvSpPr>
        <p:spPr>
          <a:xfrm rot="10800000">
            <a:off x="716759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D69E507A-D84C-D3AA-004F-FF827D4E56F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20000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65A4DFCC-21B5-9E3D-26FD-227BEAD99E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60000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9D72AD-77F1-85F4-C21A-987A5BE306B7}"/>
              </a:ext>
            </a:extLst>
          </p:cNvPr>
          <p:cNvSpPr/>
          <p:nvPr userDrawn="1"/>
        </p:nvSpPr>
        <p:spPr>
          <a:xfrm rot="10800000">
            <a:off x="716759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E449242D-F050-E0E5-5584-8185D94CAA0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20000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61" name="Text Placeholder 18">
            <a:extLst>
              <a:ext uri="{FF2B5EF4-FFF2-40B4-BE49-F238E27FC236}">
                <a16:creationId xmlns:a16="http://schemas.microsoft.com/office/drawing/2014/main" id="{749C2F95-D742-3A96-15B9-78AF315DE69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60000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690F7B7-2C8D-3199-0BBB-514427EE9DBA}"/>
              </a:ext>
            </a:extLst>
          </p:cNvPr>
          <p:cNvSpPr/>
          <p:nvPr userDrawn="1"/>
        </p:nvSpPr>
        <p:spPr>
          <a:xfrm rot="10800000">
            <a:off x="2915737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3044B6BC-978D-7B18-5F1D-5B2D25FACCA0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918978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2" name="Text Placeholder 18">
            <a:extLst>
              <a:ext uri="{FF2B5EF4-FFF2-40B4-BE49-F238E27FC236}">
                <a16:creationId xmlns:a16="http://schemas.microsoft.com/office/drawing/2014/main" id="{F642D2F8-BE19-39A5-6D1D-4C1D4951883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58978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534C2E9-0140-5FDB-6AC4-927EAA96F9CE}"/>
              </a:ext>
            </a:extLst>
          </p:cNvPr>
          <p:cNvSpPr/>
          <p:nvPr userDrawn="1"/>
        </p:nvSpPr>
        <p:spPr>
          <a:xfrm rot="10800000">
            <a:off x="2915737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67B75E85-C8C3-BA00-615D-DE465A2E866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918978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5" name="Text Placeholder 18">
            <a:extLst>
              <a:ext uri="{FF2B5EF4-FFF2-40B4-BE49-F238E27FC236}">
                <a16:creationId xmlns:a16="http://schemas.microsoft.com/office/drawing/2014/main" id="{54B37B79-DAFE-F73E-0A44-C3DBD64E9FE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458978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50E6361-EA59-FEA2-1256-1E7E268EFB10}"/>
              </a:ext>
            </a:extLst>
          </p:cNvPr>
          <p:cNvSpPr/>
          <p:nvPr userDrawn="1"/>
        </p:nvSpPr>
        <p:spPr>
          <a:xfrm rot="10800000">
            <a:off x="2915737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1E17303F-0D0A-3CEA-CAF0-92A3198C080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918978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8" name="Text Placeholder 18">
            <a:extLst>
              <a:ext uri="{FF2B5EF4-FFF2-40B4-BE49-F238E27FC236}">
                <a16:creationId xmlns:a16="http://schemas.microsoft.com/office/drawing/2014/main" id="{AB20990E-BD57-7975-8E7F-CD9819BA381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58978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31C639E7-6690-E358-F706-B974EAB61FD7}"/>
              </a:ext>
            </a:extLst>
          </p:cNvPr>
          <p:cNvSpPr/>
          <p:nvPr userDrawn="1"/>
        </p:nvSpPr>
        <p:spPr>
          <a:xfrm rot="10800000">
            <a:off x="2915737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18D8EFCD-CBD5-D944-2E85-307ED2F965F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918978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1" name="Text Placeholder 18">
            <a:extLst>
              <a:ext uri="{FF2B5EF4-FFF2-40B4-BE49-F238E27FC236}">
                <a16:creationId xmlns:a16="http://schemas.microsoft.com/office/drawing/2014/main" id="{A90533BA-C02E-59D4-97EF-42B709CD931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458978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6044BA8-469B-23DF-A03C-B0B2A4061EB0}"/>
              </a:ext>
            </a:extLst>
          </p:cNvPr>
          <p:cNvSpPr/>
          <p:nvPr userDrawn="1"/>
        </p:nvSpPr>
        <p:spPr>
          <a:xfrm rot="10800000">
            <a:off x="2915737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B1F44E1B-643C-327D-BEEA-4B01481DC81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2918978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4" name="Text Placeholder 18">
            <a:extLst>
              <a:ext uri="{FF2B5EF4-FFF2-40B4-BE49-F238E27FC236}">
                <a16:creationId xmlns:a16="http://schemas.microsoft.com/office/drawing/2014/main" id="{03752D4D-BCB1-27A8-9275-E0F212443D5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58978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02EDE36-FCBA-F1AB-645B-BFEC2C30AA03}"/>
              </a:ext>
            </a:extLst>
          </p:cNvPr>
          <p:cNvSpPr/>
          <p:nvPr userDrawn="1"/>
        </p:nvSpPr>
        <p:spPr>
          <a:xfrm rot="10800000">
            <a:off x="2915737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9F1EE6-C2A8-6A8D-AF34-AEE285F55FE8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918978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7" name="Text Placeholder 18">
            <a:extLst>
              <a:ext uri="{FF2B5EF4-FFF2-40B4-BE49-F238E27FC236}">
                <a16:creationId xmlns:a16="http://schemas.microsoft.com/office/drawing/2014/main" id="{2BA7D070-CE42-343F-DED4-7A1E71EA988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458978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5DB2AD36-3895-93F2-A8DD-25905237C72F}"/>
              </a:ext>
            </a:extLst>
          </p:cNvPr>
          <p:cNvSpPr/>
          <p:nvPr userDrawn="1"/>
        </p:nvSpPr>
        <p:spPr>
          <a:xfrm rot="10800000">
            <a:off x="5167847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60F6AAC8-4065-9BAA-EEED-01383603F3E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5171088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0" name="Text Placeholder 18">
            <a:extLst>
              <a:ext uri="{FF2B5EF4-FFF2-40B4-BE49-F238E27FC236}">
                <a16:creationId xmlns:a16="http://schemas.microsoft.com/office/drawing/2014/main" id="{59708B77-039D-91AD-32BD-396CF643F6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1088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CFC8CE1-6D55-4EC0-C9FC-DBCB0B1B85F3}"/>
              </a:ext>
            </a:extLst>
          </p:cNvPr>
          <p:cNvSpPr/>
          <p:nvPr userDrawn="1"/>
        </p:nvSpPr>
        <p:spPr>
          <a:xfrm rot="10800000">
            <a:off x="5167847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D0054C00-D757-C53F-CDBC-CB376F6969A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171088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3" name="Text Placeholder 18">
            <a:extLst>
              <a:ext uri="{FF2B5EF4-FFF2-40B4-BE49-F238E27FC236}">
                <a16:creationId xmlns:a16="http://schemas.microsoft.com/office/drawing/2014/main" id="{B1A4928B-55DE-2641-F972-D967697FD4B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711088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D49F2E4-5CF3-FA2A-8BFF-85350391F062}"/>
              </a:ext>
            </a:extLst>
          </p:cNvPr>
          <p:cNvSpPr/>
          <p:nvPr userDrawn="1"/>
        </p:nvSpPr>
        <p:spPr>
          <a:xfrm rot="10800000">
            <a:off x="5167847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17BFB70B-D863-EC68-C286-784A3A010DB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171088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6" name="Text Placeholder 18">
            <a:extLst>
              <a:ext uri="{FF2B5EF4-FFF2-40B4-BE49-F238E27FC236}">
                <a16:creationId xmlns:a16="http://schemas.microsoft.com/office/drawing/2014/main" id="{F4D89641-90AD-5165-2E42-26399DAEF5B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1088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CEE797A-3627-9AB4-0A76-1577CFE5FF67}"/>
              </a:ext>
            </a:extLst>
          </p:cNvPr>
          <p:cNvSpPr/>
          <p:nvPr userDrawn="1"/>
        </p:nvSpPr>
        <p:spPr>
          <a:xfrm rot="10800000">
            <a:off x="5167847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C78489D4-DF01-561F-4642-08B40D71F09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171088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9" name="Text Placeholder 18">
            <a:extLst>
              <a:ext uri="{FF2B5EF4-FFF2-40B4-BE49-F238E27FC236}">
                <a16:creationId xmlns:a16="http://schemas.microsoft.com/office/drawing/2014/main" id="{2C94DCFE-0932-0053-C810-405A06E3627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711088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B4D9506-6EDB-5332-566E-456ACE4F6952}"/>
              </a:ext>
            </a:extLst>
          </p:cNvPr>
          <p:cNvSpPr/>
          <p:nvPr userDrawn="1"/>
        </p:nvSpPr>
        <p:spPr>
          <a:xfrm rot="10800000">
            <a:off x="5167847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42713F11-893E-0531-B7A9-4FEFCF71B01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5171088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2" name="Text Placeholder 18">
            <a:extLst>
              <a:ext uri="{FF2B5EF4-FFF2-40B4-BE49-F238E27FC236}">
                <a16:creationId xmlns:a16="http://schemas.microsoft.com/office/drawing/2014/main" id="{CA2AC671-EF16-C5B1-4320-FF4687DE2FE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711088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10D1E96-C306-F686-4C7C-C7052BB5CE1C}"/>
              </a:ext>
            </a:extLst>
          </p:cNvPr>
          <p:cNvSpPr/>
          <p:nvPr userDrawn="1"/>
        </p:nvSpPr>
        <p:spPr>
          <a:xfrm rot="10800000">
            <a:off x="5167847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D7F10BA9-3AA5-3623-2A2C-256CB216172B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171088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5" name="Text Placeholder 18">
            <a:extLst>
              <a:ext uri="{FF2B5EF4-FFF2-40B4-BE49-F238E27FC236}">
                <a16:creationId xmlns:a16="http://schemas.microsoft.com/office/drawing/2014/main" id="{73C8A15E-C641-FFDD-5360-A7ED773F2D7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711088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0661D2A-48D7-38E6-6612-60B6291CD803}"/>
              </a:ext>
            </a:extLst>
          </p:cNvPr>
          <p:cNvSpPr/>
          <p:nvPr userDrawn="1"/>
        </p:nvSpPr>
        <p:spPr>
          <a:xfrm rot="10800000">
            <a:off x="7412283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7" name="Picture Placeholder 3">
            <a:extLst>
              <a:ext uri="{FF2B5EF4-FFF2-40B4-BE49-F238E27FC236}">
                <a16:creationId xmlns:a16="http://schemas.microsoft.com/office/drawing/2014/main" id="{D76ED9A8-9B04-949F-409D-80095F82647C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7415524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8" name="Text Placeholder 18">
            <a:extLst>
              <a:ext uri="{FF2B5EF4-FFF2-40B4-BE49-F238E27FC236}">
                <a16:creationId xmlns:a16="http://schemas.microsoft.com/office/drawing/2014/main" id="{C144A8E2-E354-0964-EF03-B2365B645B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955524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D6B2C2E-B497-DACF-6978-68F3AF279AC9}"/>
              </a:ext>
            </a:extLst>
          </p:cNvPr>
          <p:cNvSpPr/>
          <p:nvPr userDrawn="1"/>
        </p:nvSpPr>
        <p:spPr>
          <a:xfrm rot="10800000">
            <a:off x="7412283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0" name="Picture Placeholder 3">
            <a:extLst>
              <a:ext uri="{FF2B5EF4-FFF2-40B4-BE49-F238E27FC236}">
                <a16:creationId xmlns:a16="http://schemas.microsoft.com/office/drawing/2014/main" id="{AAB47591-BF37-9249-B8CC-BD8A85797FF8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7415524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1" name="Text Placeholder 18">
            <a:extLst>
              <a:ext uri="{FF2B5EF4-FFF2-40B4-BE49-F238E27FC236}">
                <a16:creationId xmlns:a16="http://schemas.microsoft.com/office/drawing/2014/main" id="{4924EC4B-783B-4071-0F61-CE036A0CAF9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955524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9B186F8-EAA9-4761-8598-B61BAD32D7E6}"/>
              </a:ext>
            </a:extLst>
          </p:cNvPr>
          <p:cNvSpPr/>
          <p:nvPr userDrawn="1"/>
        </p:nvSpPr>
        <p:spPr>
          <a:xfrm rot="10800000">
            <a:off x="7412283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3" name="Picture Placeholder 3">
            <a:extLst>
              <a:ext uri="{FF2B5EF4-FFF2-40B4-BE49-F238E27FC236}">
                <a16:creationId xmlns:a16="http://schemas.microsoft.com/office/drawing/2014/main" id="{5FC89A7F-9FEB-2F7A-6464-6968BF2CDC0B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7415524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4" name="Text Placeholder 18">
            <a:extLst>
              <a:ext uri="{FF2B5EF4-FFF2-40B4-BE49-F238E27FC236}">
                <a16:creationId xmlns:a16="http://schemas.microsoft.com/office/drawing/2014/main" id="{D2B57E35-543D-2227-1278-2ED37627BAD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955524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BEB5AAD-48C1-7F2D-4C3A-C781725317F3}"/>
              </a:ext>
            </a:extLst>
          </p:cNvPr>
          <p:cNvSpPr/>
          <p:nvPr userDrawn="1"/>
        </p:nvSpPr>
        <p:spPr>
          <a:xfrm rot="10800000">
            <a:off x="7412283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6" name="Picture Placeholder 3">
            <a:extLst>
              <a:ext uri="{FF2B5EF4-FFF2-40B4-BE49-F238E27FC236}">
                <a16:creationId xmlns:a16="http://schemas.microsoft.com/office/drawing/2014/main" id="{22097401-1FF4-1D85-EEA9-EB3E7089F25B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7415524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7" name="Text Placeholder 18">
            <a:extLst>
              <a:ext uri="{FF2B5EF4-FFF2-40B4-BE49-F238E27FC236}">
                <a16:creationId xmlns:a16="http://schemas.microsoft.com/office/drawing/2014/main" id="{2E150C6D-72A3-68E3-E2B2-CE920120AC5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955524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991EA64-9533-C4A6-71AE-78806F5909C7}"/>
              </a:ext>
            </a:extLst>
          </p:cNvPr>
          <p:cNvSpPr/>
          <p:nvPr userDrawn="1"/>
        </p:nvSpPr>
        <p:spPr>
          <a:xfrm rot="10800000">
            <a:off x="7412283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9" name="Picture Placeholder 3">
            <a:extLst>
              <a:ext uri="{FF2B5EF4-FFF2-40B4-BE49-F238E27FC236}">
                <a16:creationId xmlns:a16="http://schemas.microsoft.com/office/drawing/2014/main" id="{2D75B871-46A2-B500-BC58-0A87CF76BBE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7415524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0" name="Text Placeholder 18">
            <a:extLst>
              <a:ext uri="{FF2B5EF4-FFF2-40B4-BE49-F238E27FC236}">
                <a16:creationId xmlns:a16="http://schemas.microsoft.com/office/drawing/2014/main" id="{19CB4B16-15C8-7DE8-C555-A08076ED58B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955524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421CF4B5-21AB-C2C8-A2A0-8389A92F0783}"/>
              </a:ext>
            </a:extLst>
          </p:cNvPr>
          <p:cNvSpPr/>
          <p:nvPr userDrawn="1"/>
        </p:nvSpPr>
        <p:spPr>
          <a:xfrm rot="10800000">
            <a:off x="7412283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2" name="Picture Placeholder 3">
            <a:extLst>
              <a:ext uri="{FF2B5EF4-FFF2-40B4-BE49-F238E27FC236}">
                <a16:creationId xmlns:a16="http://schemas.microsoft.com/office/drawing/2014/main" id="{779AAC45-3CC3-A57C-D5FA-1A0720422FA4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7415524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3" name="Text Placeholder 18">
            <a:extLst>
              <a:ext uri="{FF2B5EF4-FFF2-40B4-BE49-F238E27FC236}">
                <a16:creationId xmlns:a16="http://schemas.microsoft.com/office/drawing/2014/main" id="{0E42D982-3CAD-A5FB-040F-194411E40C5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955524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4202D2D-E6F1-368E-277E-0E2A38F463BC}"/>
              </a:ext>
            </a:extLst>
          </p:cNvPr>
          <p:cNvSpPr/>
          <p:nvPr userDrawn="1"/>
        </p:nvSpPr>
        <p:spPr>
          <a:xfrm rot="10800000">
            <a:off x="9618934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5" name="Picture Placeholder 3">
            <a:extLst>
              <a:ext uri="{FF2B5EF4-FFF2-40B4-BE49-F238E27FC236}">
                <a16:creationId xmlns:a16="http://schemas.microsoft.com/office/drawing/2014/main" id="{98EC48D7-4A97-C683-F06D-84D8BD3CA3C7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9622175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6" name="Text Placeholder 18">
            <a:extLst>
              <a:ext uri="{FF2B5EF4-FFF2-40B4-BE49-F238E27FC236}">
                <a16:creationId xmlns:a16="http://schemas.microsoft.com/office/drawing/2014/main" id="{1BF1F8C9-7B1F-691E-6B3E-F454C4EAF9E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0162175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E83EF96-34F6-D130-B946-8EBD01241A40}"/>
              </a:ext>
            </a:extLst>
          </p:cNvPr>
          <p:cNvSpPr/>
          <p:nvPr userDrawn="1"/>
        </p:nvSpPr>
        <p:spPr>
          <a:xfrm rot="10800000">
            <a:off x="9618934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8" name="Picture Placeholder 3">
            <a:extLst>
              <a:ext uri="{FF2B5EF4-FFF2-40B4-BE49-F238E27FC236}">
                <a16:creationId xmlns:a16="http://schemas.microsoft.com/office/drawing/2014/main" id="{B728005A-89FF-4D25-0991-99D03E1D4A0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9622175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9" name="Text Placeholder 18">
            <a:extLst>
              <a:ext uri="{FF2B5EF4-FFF2-40B4-BE49-F238E27FC236}">
                <a16:creationId xmlns:a16="http://schemas.microsoft.com/office/drawing/2014/main" id="{648694D1-BDF2-B3FE-AEB9-EB5F7DF6070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0162175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EB06E3B-7287-24F4-8BE5-8F72F83C4B3F}"/>
              </a:ext>
            </a:extLst>
          </p:cNvPr>
          <p:cNvSpPr/>
          <p:nvPr userDrawn="1"/>
        </p:nvSpPr>
        <p:spPr>
          <a:xfrm rot="10800000">
            <a:off x="9618934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1" name="Picture Placeholder 3">
            <a:extLst>
              <a:ext uri="{FF2B5EF4-FFF2-40B4-BE49-F238E27FC236}">
                <a16:creationId xmlns:a16="http://schemas.microsoft.com/office/drawing/2014/main" id="{CA462896-7A0E-A2C5-6094-BD7746FCB8B1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622175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2" name="Text Placeholder 18">
            <a:extLst>
              <a:ext uri="{FF2B5EF4-FFF2-40B4-BE49-F238E27FC236}">
                <a16:creationId xmlns:a16="http://schemas.microsoft.com/office/drawing/2014/main" id="{1D843DE0-70CE-7CC9-CC6E-C971A08D65A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162175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FEDEFC9A-745A-45E1-0BF3-3447C6FC47FC}"/>
              </a:ext>
            </a:extLst>
          </p:cNvPr>
          <p:cNvSpPr/>
          <p:nvPr userDrawn="1"/>
        </p:nvSpPr>
        <p:spPr>
          <a:xfrm rot="10800000">
            <a:off x="9618934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4" name="Picture Placeholder 3">
            <a:extLst>
              <a:ext uri="{FF2B5EF4-FFF2-40B4-BE49-F238E27FC236}">
                <a16:creationId xmlns:a16="http://schemas.microsoft.com/office/drawing/2014/main" id="{4F320928-EF52-061D-9E1E-3C68D21D5220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622175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5" name="Text Placeholder 18">
            <a:extLst>
              <a:ext uri="{FF2B5EF4-FFF2-40B4-BE49-F238E27FC236}">
                <a16:creationId xmlns:a16="http://schemas.microsoft.com/office/drawing/2014/main" id="{D799D8E1-9FC3-D524-E088-C0156AA4259D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162175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C7342C9C-F401-9F4A-E788-F2800E6EBB18}"/>
              </a:ext>
            </a:extLst>
          </p:cNvPr>
          <p:cNvSpPr/>
          <p:nvPr userDrawn="1"/>
        </p:nvSpPr>
        <p:spPr>
          <a:xfrm rot="10800000">
            <a:off x="9618934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7" name="Picture Placeholder 3">
            <a:extLst>
              <a:ext uri="{FF2B5EF4-FFF2-40B4-BE49-F238E27FC236}">
                <a16:creationId xmlns:a16="http://schemas.microsoft.com/office/drawing/2014/main" id="{92585483-3314-C3BC-E562-C6D80AE2D81A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622175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8" name="Text Placeholder 18">
            <a:extLst>
              <a:ext uri="{FF2B5EF4-FFF2-40B4-BE49-F238E27FC236}">
                <a16:creationId xmlns:a16="http://schemas.microsoft.com/office/drawing/2014/main" id="{950EEBFD-4428-EF44-EC2A-7B45446C8EB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162175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C9A0EC3D-F352-4BC1-4C98-959F0C4CFE08}"/>
              </a:ext>
            </a:extLst>
          </p:cNvPr>
          <p:cNvSpPr/>
          <p:nvPr userDrawn="1"/>
        </p:nvSpPr>
        <p:spPr>
          <a:xfrm rot="10800000">
            <a:off x="9618934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0" name="Picture Placeholder 3">
            <a:extLst>
              <a:ext uri="{FF2B5EF4-FFF2-40B4-BE49-F238E27FC236}">
                <a16:creationId xmlns:a16="http://schemas.microsoft.com/office/drawing/2014/main" id="{38B26246-770B-F0D3-4E95-FEC3726EA5AD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622175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81" name="Text Placeholder 18">
            <a:extLst>
              <a:ext uri="{FF2B5EF4-FFF2-40B4-BE49-F238E27FC236}">
                <a16:creationId xmlns:a16="http://schemas.microsoft.com/office/drawing/2014/main" id="{289CCB76-2FBF-2D6B-5BAF-5F30C724A3F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0162175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3" name="Picture 2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7338131A-041E-77AC-E2C5-4943F5183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584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ight: Z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ECADDADC-EB4D-5B16-34B7-185A27CE11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1499" y="3006566"/>
            <a:ext cx="3429003" cy="84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48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: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mputer, dark&#10;&#10;Description automatically generated">
            <a:extLst>
              <a:ext uri="{FF2B5EF4-FFF2-40B4-BE49-F238E27FC236}">
                <a16:creationId xmlns:a16="http://schemas.microsoft.com/office/drawing/2014/main" id="{929CE785-C465-2D06-9112-48B325B9AE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3367" y="6478171"/>
            <a:ext cx="1010795" cy="2491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7E6812E-EA6B-2B28-FC91-4ACF244F6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8100E016-10B3-721C-AF23-04583F68999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620000"/>
            <a:ext cx="10752863" cy="4140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80022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ob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FBAC37-3222-E634-A15B-8FF5729F3AA9}"/>
              </a:ext>
            </a:extLst>
          </p:cNvPr>
          <p:cNvGrpSpPr/>
          <p:nvPr userDrawn="1"/>
        </p:nvGrpSpPr>
        <p:grpSpPr>
          <a:xfrm>
            <a:off x="7787951" y="-2"/>
            <a:ext cx="4404049" cy="6865625"/>
            <a:chOff x="7787951" y="-2"/>
            <a:chExt cx="4404049" cy="6865625"/>
          </a:xfrm>
        </p:grpSpPr>
        <p:pic>
          <p:nvPicPr>
            <p:cNvPr id="4" name="Picture 3" descr="Shape, rectangle&#10;&#10;Description automatically generated">
              <a:extLst>
                <a:ext uri="{FF2B5EF4-FFF2-40B4-BE49-F238E27FC236}">
                  <a16:creationId xmlns:a16="http://schemas.microsoft.com/office/drawing/2014/main" id="{F4C0E2BA-975F-408B-E933-9498F8F42A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9" name="Picture 8" descr="A red circle with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318BAACE-0782-7785-2BC4-9E3F1699D9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8189770" y="-2"/>
              <a:ext cx="4002229" cy="486900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B13B8F-64DE-028B-F098-5EE0AA8D8C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393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ackground pattern&#10;&#10;Description automatically generated">
            <a:extLst>
              <a:ext uri="{FF2B5EF4-FFF2-40B4-BE49-F238E27FC236}">
                <a16:creationId xmlns:a16="http://schemas.microsoft.com/office/drawing/2014/main" id="{5A469B4A-AAB8-3905-9D7A-E02B76F10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999"/>
            <a:ext cx="12192002" cy="3108983"/>
          </a:xfrm>
          <a:prstGeom prst="rect">
            <a:avLst/>
          </a:prstGeom>
        </p:spPr>
      </p:pic>
      <p:pic>
        <p:nvPicPr>
          <p:cNvPr id="3" name="Picture 2" descr="A picture containing light&#10;&#10;Description automatically generated">
            <a:extLst>
              <a:ext uri="{FF2B5EF4-FFF2-40B4-BE49-F238E27FC236}">
                <a16:creationId xmlns:a16="http://schemas.microsoft.com/office/drawing/2014/main" id="{48428833-1084-247F-6E9E-FEF735413F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71422" y="-3"/>
            <a:ext cx="4120578" cy="4200425"/>
          </a:xfrm>
          <a:prstGeom prst="rect">
            <a:avLst/>
          </a:prstGeom>
        </p:spPr>
      </p:pic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6AB5E85B-9EA7-D5B3-0ED8-DD7F0892A4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2"/>
            <a:ext cx="2389067" cy="478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FC7C97-9287-D7BA-1D8A-484B4DAE21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05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C7C5DFF-6632-8EAD-DCBD-5855039BD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4999"/>
            <a:ext cx="12192002" cy="3108983"/>
          </a:xfrm>
          <a:prstGeom prst="rect">
            <a:avLst/>
          </a:prstGeom>
        </p:spPr>
      </p:pic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19B2B531-A85C-1035-7033-00CDEF96C4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71422" y="-3"/>
            <a:ext cx="4120578" cy="4200425"/>
          </a:xfrm>
          <a:prstGeom prst="rect">
            <a:avLst/>
          </a:prstGeom>
        </p:spPr>
      </p:pic>
      <p:pic>
        <p:nvPicPr>
          <p:cNvPr id="5" name="Picture 4" descr="A picture containing light&#10;&#10;Description automatically generated">
            <a:extLst>
              <a:ext uri="{FF2B5EF4-FFF2-40B4-BE49-F238E27FC236}">
                <a16:creationId xmlns:a16="http://schemas.microsoft.com/office/drawing/2014/main" id="{532AD4B6-9410-78F4-5CF2-497B6F556B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1" y="-2"/>
            <a:ext cx="2389067" cy="4789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60000"/>
            <a:ext cx="10753200" cy="306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548EA6-2912-8742-8424-B4C74BA88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3600000"/>
            <a:ext cx="10753200" cy="216000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8C8C8C"/>
                </a:solidFill>
              </a:defRPr>
            </a:lvl1pPr>
            <a:lvl2pPr algn="ctr">
              <a:defRPr sz="3600"/>
            </a:lvl2pPr>
            <a:lvl3pPr algn="ctr">
              <a:defRPr sz="3600"/>
            </a:lvl3pPr>
            <a:lvl4pPr algn="ctr">
              <a:defRPr sz="3600"/>
            </a:lvl4pPr>
            <a:lvl5pPr algn="ctr">
              <a:defRPr sz="36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8AF2B6-909D-B303-05C6-A09DE183E6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358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A51B4-5571-CA5E-7DFD-F2C8A62084E8}"/>
              </a:ext>
            </a:extLst>
          </p:cNvPr>
          <p:cNvGrpSpPr/>
          <p:nvPr userDrawn="1"/>
        </p:nvGrpSpPr>
        <p:grpSpPr>
          <a:xfrm>
            <a:off x="3305049" y="-1"/>
            <a:ext cx="8886951" cy="6858001"/>
            <a:chOff x="3305049" y="-1"/>
            <a:chExt cx="8886951" cy="6858001"/>
          </a:xfrm>
        </p:grpSpPr>
        <p:pic>
          <p:nvPicPr>
            <p:cNvPr id="9" name="Picture 8" descr="A picture containing text, indoor, person, keyboard&#10;&#10;Description automatically generated">
              <a:extLst>
                <a:ext uri="{FF2B5EF4-FFF2-40B4-BE49-F238E27FC236}">
                  <a16:creationId xmlns:a16="http://schemas.microsoft.com/office/drawing/2014/main" id="{467AF6AA-313E-6B21-3E1E-912F427540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7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11278" y="0"/>
              <a:ext cx="8880722" cy="6857996"/>
            </a:xfrm>
            <a:prstGeom prst="rect">
              <a:avLst/>
            </a:prstGeom>
            <a:gradFill flip="none" rotWithShape="1">
              <a:gsLst>
                <a:gs pos="17000">
                  <a:srgbClr val="191919"/>
                </a:gs>
                <a:gs pos="66000">
                  <a:srgbClr val="13545D"/>
                </a:gs>
              </a:gsLst>
              <a:lin ang="0" scaled="1"/>
              <a:tileRect/>
            </a:gra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9DC3EEB-40C0-EB13-2163-0CE8DD2D63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05049" y="14"/>
              <a:ext cx="6350000" cy="6857986"/>
            </a:xfrm>
            <a:prstGeom prst="rect">
              <a:avLst/>
            </a:prstGeom>
          </p:spPr>
        </p:pic>
        <p:pic>
          <p:nvPicPr>
            <p:cNvPr id="14" name="Picture 13" descr="Shape, rectangle&#10;&#10;Description automatically generated">
              <a:extLst>
                <a:ext uri="{FF2B5EF4-FFF2-40B4-BE49-F238E27FC236}">
                  <a16:creationId xmlns:a16="http://schemas.microsoft.com/office/drawing/2014/main" id="{ABCA14BB-F237-6D43-2F31-3C970CC07F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8142513" y="-1"/>
              <a:ext cx="4049485" cy="6857987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1" y="1620000"/>
            <a:ext cx="5760097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20672-A6CA-AF08-4DAC-730ADEB7728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04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Right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3D7D89D-3696-F944-0A66-083AF6ED5B5A}"/>
              </a:ext>
            </a:extLst>
          </p:cNvPr>
          <p:cNvGrpSpPr/>
          <p:nvPr userDrawn="1"/>
        </p:nvGrpSpPr>
        <p:grpSpPr>
          <a:xfrm>
            <a:off x="3753145" y="0"/>
            <a:ext cx="8438855" cy="6858000"/>
            <a:chOff x="3753145" y="0"/>
            <a:chExt cx="8438855" cy="6858000"/>
          </a:xfrm>
        </p:grpSpPr>
        <p:pic>
          <p:nvPicPr>
            <p:cNvPr id="3" name="Picture 2" descr="A person sitting in front of a computer&#10;&#10;Description automatically generated">
              <a:extLst>
                <a:ext uri="{FF2B5EF4-FFF2-40B4-BE49-F238E27FC236}">
                  <a16:creationId xmlns:a16="http://schemas.microsoft.com/office/drawing/2014/main" id="{BC6E8596-145B-0B10-D446-71B92B2CB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753145" y="13"/>
              <a:ext cx="8438855" cy="6857987"/>
            </a:xfrm>
            <a:prstGeom prst="rect">
              <a:avLst/>
            </a:prstGeom>
            <a:noFill/>
          </p:spPr>
        </p:pic>
        <p:pic>
          <p:nvPicPr>
            <p:cNvPr id="17" name="Picture 16" descr="Shape, rectangle&#10;&#10;Description automatically generated">
              <a:extLst>
                <a:ext uri="{FF2B5EF4-FFF2-40B4-BE49-F238E27FC236}">
                  <a16:creationId xmlns:a16="http://schemas.microsoft.com/office/drawing/2014/main" id="{3499B490-5EC0-99DD-E7CB-0758FE1070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6898432" y="0"/>
              <a:ext cx="5293567" cy="685798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B041028-83F4-9E57-21DE-DAA80EEF83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3145" y="2"/>
              <a:ext cx="6350000" cy="685798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D0B96C-A52E-42FF-33BF-D68F87868E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814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7C51C6D-D760-B860-1A58-A721926F53E3}"/>
              </a:ext>
            </a:extLst>
          </p:cNvPr>
          <p:cNvGrpSpPr/>
          <p:nvPr userDrawn="1"/>
        </p:nvGrpSpPr>
        <p:grpSpPr>
          <a:xfrm>
            <a:off x="6008804" y="0"/>
            <a:ext cx="6183196" cy="6858001"/>
            <a:chOff x="6008804" y="-1"/>
            <a:chExt cx="6183196" cy="6858001"/>
          </a:xfrm>
        </p:grpSpPr>
        <p:pic>
          <p:nvPicPr>
            <p:cNvPr id="9" name="Picture 8" descr="A group of people sitting at a table looking at a computer&#10;&#10;Description automatically generated with medium confidence">
              <a:extLst>
                <a:ext uri="{FF2B5EF4-FFF2-40B4-BE49-F238E27FC236}">
                  <a16:creationId xmlns:a16="http://schemas.microsoft.com/office/drawing/2014/main" id="{E752B77F-F0BD-D442-6073-97496812B1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H="1">
              <a:off x="6008804" y="-1"/>
              <a:ext cx="6182602" cy="6857998"/>
            </a:xfrm>
            <a:prstGeom prst="rect">
              <a:avLst/>
            </a:prstGeom>
          </p:spPr>
        </p:pic>
        <p:pic>
          <p:nvPicPr>
            <p:cNvPr id="6" name="Picture 5" descr="Shape, rectangle&#10;&#10;Description automatically generated">
              <a:extLst>
                <a:ext uri="{FF2B5EF4-FFF2-40B4-BE49-F238E27FC236}">
                  <a16:creationId xmlns:a16="http://schemas.microsoft.com/office/drawing/2014/main" id="{F414F2CE-1AC4-CB61-EEBF-95E305F89D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8936736" y="12"/>
              <a:ext cx="3255264" cy="685798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F5BA07-53D9-C553-30A9-DC78ED3F36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08804" y="14"/>
              <a:ext cx="3689932" cy="685798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8A12B9-2F1E-0A5E-834C-4BF5B0F2B3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594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- Righ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338FE63-7A36-08AC-158D-EBB24B10ABD5}"/>
              </a:ext>
            </a:extLst>
          </p:cNvPr>
          <p:cNvGrpSpPr/>
          <p:nvPr userDrawn="1"/>
        </p:nvGrpSpPr>
        <p:grpSpPr>
          <a:xfrm>
            <a:off x="4144617" y="6093"/>
            <a:ext cx="8047383" cy="6857989"/>
            <a:chOff x="4144617" y="-3"/>
            <a:chExt cx="8047383" cy="68579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B63C32C-9189-525B-650A-B14D193953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44619" y="527"/>
              <a:ext cx="8047379" cy="6851225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9E126C4F-F82E-D161-CCB5-B9CADC3684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199356" y="-3"/>
              <a:ext cx="4992644" cy="685798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1729E57-88E3-903D-DA46-C38151FFD3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44617" y="0"/>
              <a:ext cx="6350000" cy="685798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47935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5760098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853498-6676-006D-517E-099ECAFC6F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908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F1CE7B5-D4FC-A6E7-A615-257B139AF7BA}"/>
              </a:ext>
            </a:extLst>
          </p:cNvPr>
          <p:cNvGrpSpPr/>
          <p:nvPr userDrawn="1"/>
        </p:nvGrpSpPr>
        <p:grpSpPr>
          <a:xfrm>
            <a:off x="0" y="0"/>
            <a:ext cx="6394263" cy="6859714"/>
            <a:chOff x="0" y="5909"/>
            <a:chExt cx="6394263" cy="6859714"/>
          </a:xfrm>
        </p:grpSpPr>
        <p:pic>
          <p:nvPicPr>
            <p:cNvPr id="9" name="Picture 8" descr="A person typing on a keyboard&#10;&#10;Description automatically generated with medium confidence">
              <a:extLst>
                <a:ext uri="{FF2B5EF4-FFF2-40B4-BE49-F238E27FC236}">
                  <a16:creationId xmlns:a16="http://schemas.microsoft.com/office/drawing/2014/main" id="{E38F51D3-F4DB-2F5A-7DF6-79501BD3C0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2" y="5909"/>
              <a:ext cx="6393371" cy="684901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879D8D-6459-4F88-5066-A76539B16A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44263" y="7636"/>
              <a:ext cx="6350000" cy="6842728"/>
            </a:xfrm>
            <a:prstGeom prst="rect">
              <a:avLst/>
            </a:prstGeom>
          </p:spPr>
        </p:pic>
        <p:pic>
          <p:nvPicPr>
            <p:cNvPr id="12" name="Picture 11" descr="Shape, rectangle&#10;&#10;Description automatically generated">
              <a:extLst>
                <a:ext uri="{FF2B5EF4-FFF2-40B4-BE49-F238E27FC236}">
                  <a16:creationId xmlns:a16="http://schemas.microsoft.com/office/drawing/2014/main" id="{AFFF6610-3532-24E2-B36F-1B4B93CF752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7636"/>
              <a:ext cx="3526971" cy="6857987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7D6D12-AFB0-8515-EFD1-0373D98048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631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Lef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F1036A-991F-758D-7302-4B6C85AB4F55}"/>
              </a:ext>
            </a:extLst>
          </p:cNvPr>
          <p:cNvGrpSpPr/>
          <p:nvPr userDrawn="1"/>
        </p:nvGrpSpPr>
        <p:grpSpPr>
          <a:xfrm>
            <a:off x="0" y="0"/>
            <a:ext cx="5556257" cy="6859404"/>
            <a:chOff x="0" y="0"/>
            <a:chExt cx="5556257" cy="6859404"/>
          </a:xfrm>
        </p:grpSpPr>
        <p:pic>
          <p:nvPicPr>
            <p:cNvPr id="3" name="Picture Placeholder 19">
              <a:extLst>
                <a:ext uri="{FF2B5EF4-FFF2-40B4-BE49-F238E27FC236}">
                  <a16:creationId xmlns:a16="http://schemas.microsoft.com/office/drawing/2014/main" id="{A31FA147-F8B2-A5FC-7E25-7D9BB7D520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823" r="2823"/>
            <a:stretch/>
          </p:blipFill>
          <p:spPr>
            <a:xfrm>
              <a:off x="0" y="0"/>
              <a:ext cx="5556257" cy="6858000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AEF1CE44-E034-F473-611B-E2EF855DFF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3576735" cy="685798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B8F37AC-09D0-FB5F-496E-D4545C6CA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26367" y="1418"/>
              <a:ext cx="4529890" cy="685798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50B317-0288-CA56-93DF-3F471C9854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112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Picture - Lef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C2896D7-E3FE-59A7-B0B7-C3CDB5B07291}"/>
              </a:ext>
            </a:extLst>
          </p:cNvPr>
          <p:cNvGrpSpPr/>
          <p:nvPr userDrawn="1"/>
        </p:nvGrpSpPr>
        <p:grpSpPr>
          <a:xfrm>
            <a:off x="-1" y="0"/>
            <a:ext cx="6361449" cy="6865623"/>
            <a:chOff x="-1" y="0"/>
            <a:chExt cx="6361449" cy="6865623"/>
          </a:xfrm>
        </p:grpSpPr>
        <p:pic>
          <p:nvPicPr>
            <p:cNvPr id="3" name="Picture 2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1BB9BF5C-3E7D-D6B3-6D39-E0C37B38E4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0"/>
              <a:ext cx="6361449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59DF07A-4F87-735C-7218-581EBB8F90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1448" y="0"/>
              <a:ext cx="6350000" cy="6857986"/>
            </a:xfrm>
            <a:prstGeom prst="rect">
              <a:avLst/>
            </a:prstGeom>
          </p:spPr>
        </p:pic>
        <p:pic>
          <p:nvPicPr>
            <p:cNvPr id="11" name="Picture 10" descr="Shape, rectangle&#10;&#10;Description automatically generated">
              <a:extLst>
                <a:ext uri="{FF2B5EF4-FFF2-40B4-BE49-F238E27FC236}">
                  <a16:creationId xmlns:a16="http://schemas.microsoft.com/office/drawing/2014/main" id="{B2E8C6FB-467F-6C09-0DC7-5A1F6592D5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7636"/>
              <a:ext cx="3670041" cy="6857987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E5372F-5967-CF07-B6FE-1A3CFE846A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883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o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31A577-5BC5-C945-29A3-3BD7836F0C97}"/>
              </a:ext>
            </a:extLst>
          </p:cNvPr>
          <p:cNvGrpSpPr/>
          <p:nvPr userDrawn="1"/>
        </p:nvGrpSpPr>
        <p:grpSpPr>
          <a:xfrm>
            <a:off x="7787951" y="-4"/>
            <a:ext cx="4404049" cy="6865627"/>
            <a:chOff x="7787951" y="-4"/>
            <a:chExt cx="4404049" cy="6865627"/>
          </a:xfrm>
        </p:grpSpPr>
        <p:pic>
          <p:nvPicPr>
            <p:cNvPr id="5" name="Picture 4" descr="Shape, rectangle&#10;&#10;Description automatically generated">
              <a:extLst>
                <a:ext uri="{FF2B5EF4-FFF2-40B4-BE49-F238E27FC236}">
                  <a16:creationId xmlns:a16="http://schemas.microsoft.com/office/drawing/2014/main" id="{D0F8DE05-1B07-9851-51D8-A854C90DCA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2" name="Picture 1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0F25446E-DCBD-8D7B-A8D6-64530C64991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7904344" y="-4"/>
              <a:ext cx="4287656" cy="4370741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8408B-4819-0076-889B-8A7EBE6D98E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746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ob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5D1292-789B-C1C7-C54C-F6D64AC85887}"/>
              </a:ext>
            </a:extLst>
          </p:cNvPr>
          <p:cNvGrpSpPr/>
          <p:nvPr userDrawn="1"/>
        </p:nvGrpSpPr>
        <p:grpSpPr>
          <a:xfrm>
            <a:off x="7787951" y="0"/>
            <a:ext cx="4404049" cy="6865623"/>
            <a:chOff x="7787951" y="0"/>
            <a:chExt cx="4404049" cy="6865623"/>
          </a:xfrm>
        </p:grpSpPr>
        <p:pic>
          <p:nvPicPr>
            <p:cNvPr id="5" name="Picture 4" descr="Shape, rectangle&#10;&#10;Description automatically generated">
              <a:extLst>
                <a:ext uri="{FF2B5EF4-FFF2-40B4-BE49-F238E27FC236}">
                  <a16:creationId xmlns:a16="http://schemas.microsoft.com/office/drawing/2014/main" id="{8214537D-BD51-E5C2-FA26-BEBD30E036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2" name="Picture 1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67C899B1-395F-7354-0B27-BD3644E160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84444" y="0"/>
              <a:ext cx="3507556" cy="5642629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1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60D9C-7949-B14C-41CC-9CB452AC6F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802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ob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01DAA39-F883-CADB-D6B0-3A8297E7677B}"/>
              </a:ext>
            </a:extLst>
          </p:cNvPr>
          <p:cNvGrpSpPr/>
          <p:nvPr userDrawn="1"/>
        </p:nvGrpSpPr>
        <p:grpSpPr>
          <a:xfrm>
            <a:off x="0" y="0"/>
            <a:ext cx="4404049" cy="6870343"/>
            <a:chOff x="0" y="0"/>
            <a:chExt cx="4404049" cy="6870343"/>
          </a:xfrm>
        </p:grpSpPr>
        <p:pic>
          <p:nvPicPr>
            <p:cNvPr id="7" name="Picture 6" descr="Shape, rectangle&#10;&#10;Description automatically generated">
              <a:extLst>
                <a:ext uri="{FF2B5EF4-FFF2-40B4-BE49-F238E27FC236}">
                  <a16:creationId xmlns:a16="http://schemas.microsoft.com/office/drawing/2014/main" id="{B0D27C7E-0DFA-8099-FC5A-FDF930844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12356"/>
              <a:ext cx="4404049" cy="6857987"/>
            </a:xfrm>
            <a:prstGeom prst="rect">
              <a:avLst/>
            </a:prstGeom>
          </p:spPr>
        </p:pic>
        <p:pic>
          <p:nvPicPr>
            <p:cNvPr id="3" name="Picture 2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A08EA884-9822-3355-B669-CD443B526E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/>
            <a:stretch/>
          </p:blipFill>
          <p:spPr>
            <a:xfrm rot="16200000" flipV="1">
              <a:off x="-294945" y="294946"/>
              <a:ext cx="4140000" cy="3550108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89C7C0D-5FE3-D198-3CB6-396E9193F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303" y="360000"/>
            <a:ext cx="6120897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E1712F29-EA4C-C05D-2BBA-09EC7D97E2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52288" y="1620000"/>
            <a:ext cx="6120962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BC2AD7-2CD3-D6D5-B57F-7F2067C415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3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lob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FBAC37-3222-E634-A15B-8FF5729F3AA9}"/>
              </a:ext>
            </a:extLst>
          </p:cNvPr>
          <p:cNvGrpSpPr/>
          <p:nvPr userDrawn="1"/>
        </p:nvGrpSpPr>
        <p:grpSpPr>
          <a:xfrm>
            <a:off x="7787951" y="-2"/>
            <a:ext cx="4404049" cy="6865625"/>
            <a:chOff x="7787951" y="-2"/>
            <a:chExt cx="4404049" cy="6865625"/>
          </a:xfrm>
        </p:grpSpPr>
        <p:pic>
          <p:nvPicPr>
            <p:cNvPr id="4" name="Picture 3" descr="Shape, rectangle&#10;&#10;Description automatically generated">
              <a:extLst>
                <a:ext uri="{FF2B5EF4-FFF2-40B4-BE49-F238E27FC236}">
                  <a16:creationId xmlns:a16="http://schemas.microsoft.com/office/drawing/2014/main" id="{F4C0E2BA-975F-408B-E933-9498F8F42A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7787951" y="7636"/>
              <a:ext cx="4404049" cy="6857987"/>
            </a:xfrm>
            <a:prstGeom prst="rect">
              <a:avLst/>
            </a:prstGeom>
          </p:spPr>
        </p:pic>
        <p:pic>
          <p:nvPicPr>
            <p:cNvPr id="9" name="Picture 8" descr="A red circle with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318BAACE-0782-7785-2BC4-9E3F1699D9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8189770" y="-2"/>
              <a:ext cx="4002229" cy="4869001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B13B8F-64DE-028B-F098-5EE0AA8D8CA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169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asic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A390B87-25E2-CDAD-9152-9ADA1C10AA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14"/>
          <a:stretch/>
        </p:blipFill>
        <p:spPr>
          <a:xfrm>
            <a:off x="0" y="0"/>
            <a:ext cx="8407983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4876128" cy="10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2675466"/>
            <a:ext cx="5681133" cy="349673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217E7-D381-1057-7408-DFD0CCD66B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915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asic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159265E9-3D4A-EBFC-0043-6BFDF0D54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0176" y="0"/>
            <a:ext cx="3201825" cy="68556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620000"/>
            <a:ext cx="10752863" cy="4140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ED3AE-480D-8219-0BFC-C84B3B3A8E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702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asic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, 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DC415052-4F8E-1B88-4032-EA35305598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523"/>
          <a:stretch/>
        </p:blipFill>
        <p:spPr>
          <a:xfrm>
            <a:off x="0" y="0"/>
            <a:ext cx="8257104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4876128" cy="108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2" name="Content Placeholder 11">
            <a:extLst>
              <a:ext uri="{FF2B5EF4-FFF2-40B4-BE49-F238E27FC236}">
                <a16:creationId xmlns:a16="http://schemas.microsoft.com/office/drawing/2014/main" id="{27FEB78F-C89D-8726-E12F-4E91EEF69D7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2675466"/>
            <a:ext cx="5681133" cy="3496733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B46B5-2EBE-9F8B-5C4C-6F113098E1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834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Basic R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BF75463-DECA-83CB-AF0E-57D09CE0E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4041" y="0"/>
            <a:ext cx="10007959" cy="68556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0D62563-9864-A240-85B9-97F585F3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4D1DBF8-89E5-7A46-8424-1B6FD2A85B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0000" y="1620000"/>
            <a:ext cx="10752863" cy="4140000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99D0F-4000-6DF5-4A77-795E5AF0CC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602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1BD345-D38E-C573-1D22-8442E31DB9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176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Conta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58256BC-7454-262E-293C-BDDFF77EB5F2}"/>
              </a:ext>
            </a:extLst>
          </p:cNvPr>
          <p:cNvSpPr/>
          <p:nvPr userDrawn="1"/>
        </p:nvSpPr>
        <p:spPr>
          <a:xfrm rot="10800000">
            <a:off x="5022096" y="1806095"/>
            <a:ext cx="2153905" cy="2153905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BE662E80-0CF4-E9CB-9427-75AB987C3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7016D-915B-9644-BA48-0E9194987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3200" cy="1080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3E160C-4DA0-6947-9FCD-93F06CFB3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160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9D1D161E-D5B8-BA4C-9A2E-3C192876BE3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0" y="4107876"/>
            <a:ext cx="107532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8559DD-CAF3-906A-5746-5FD7060D1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73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564B205-66C1-B810-844A-3EC28AFC005E}"/>
              </a:ext>
            </a:extLst>
          </p:cNvPr>
          <p:cNvSpPr/>
          <p:nvPr userDrawn="1"/>
        </p:nvSpPr>
        <p:spPr>
          <a:xfrm rot="10800000">
            <a:off x="2520000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9245DA-915F-D4EF-0D9C-06B72108BB8D}"/>
              </a:ext>
            </a:extLst>
          </p:cNvPr>
          <p:cNvSpPr/>
          <p:nvPr userDrawn="1"/>
        </p:nvSpPr>
        <p:spPr>
          <a:xfrm rot="10800000">
            <a:off x="7512624" y="1806095"/>
            <a:ext cx="2160000" cy="216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6" name="Picture 5" descr="Shape, rectangle&#10;&#10;Description automatically generated">
            <a:extLst>
              <a:ext uri="{FF2B5EF4-FFF2-40B4-BE49-F238E27FC236}">
                <a16:creationId xmlns:a16="http://schemas.microsoft.com/office/drawing/2014/main" id="{731BCD85-8675-D4F5-228E-356B6F430B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7016D-915B-9644-BA48-0E9194987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3200" cy="1080000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3E160C-4DA0-6947-9FCD-93F06CFB3A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200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108D4A2-AAAB-7445-A66C-949A4F51C4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9600" y="1800000"/>
            <a:ext cx="2160000" cy="216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C370407-25CC-B044-9B6B-3E6F277F3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40000" y="4107876"/>
            <a:ext cx="432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B846367E-43B7-2746-BFC9-45B455F309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9600" y="4107876"/>
            <a:ext cx="4320000" cy="1670210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spcBef>
                <a:spcPts val="50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430A4-3702-DA6E-1C4D-D7663BB94D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362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Contac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0C934D9-21AA-87F8-6680-0AE9D11DBD26}"/>
              </a:ext>
            </a:extLst>
          </p:cNvPr>
          <p:cNvSpPr/>
          <p:nvPr userDrawn="1"/>
        </p:nvSpPr>
        <p:spPr>
          <a:xfrm rot="10800000">
            <a:off x="720000" y="1613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3" name="Picture 2" descr="Shape, rectangle&#10;&#10;Description automatically generated">
            <a:extLst>
              <a:ext uri="{FF2B5EF4-FFF2-40B4-BE49-F238E27FC236}">
                <a16:creationId xmlns:a16="http://schemas.microsoft.com/office/drawing/2014/main" id="{57EBFF79-7DE2-ECEC-234C-89A7AA00C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620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32B68509-EB78-FC4B-A48C-19C085B1C0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79999" y="1620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3177E7-60AC-2E7E-2252-2D93FC6C30A1}"/>
              </a:ext>
            </a:extLst>
          </p:cNvPr>
          <p:cNvSpPr/>
          <p:nvPr userDrawn="1"/>
        </p:nvSpPr>
        <p:spPr>
          <a:xfrm rot="10800000">
            <a:off x="720000" y="3899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F00C2F9-E3F8-102E-142E-B6C3443A8F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0000" y="3906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5E3B894C-27D3-A20A-1BF3-CD38CED782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79999" y="3906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975EFF-7CA8-C12F-A8F2-30891E2D891D}"/>
              </a:ext>
            </a:extLst>
          </p:cNvPr>
          <p:cNvSpPr/>
          <p:nvPr userDrawn="1"/>
        </p:nvSpPr>
        <p:spPr>
          <a:xfrm rot="10800000">
            <a:off x="6471444" y="1613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D6C1B3F6-5F11-1110-CF17-35730094C50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71444" y="1620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9625922-8A98-7705-7476-57EC725F93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1443" y="1620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658EBEF-C4AC-D20C-B0D7-DD79A9144541}"/>
              </a:ext>
            </a:extLst>
          </p:cNvPr>
          <p:cNvSpPr/>
          <p:nvPr userDrawn="1"/>
        </p:nvSpPr>
        <p:spPr>
          <a:xfrm rot="10800000">
            <a:off x="6471444" y="3899904"/>
            <a:ext cx="1980000" cy="1980000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242108-77DC-134B-DDA4-4D86DF43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71444" y="3906000"/>
            <a:ext cx="1980000" cy="19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E4630C4-A550-4D6F-5B30-55EC18BD15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31443" y="3906000"/>
            <a:ext cx="2854800" cy="198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7CC4D-DB8F-5026-FA62-59BAFC9DF0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661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Contac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C965534-76F5-1056-2B31-C7549DF7A371}"/>
              </a:ext>
            </a:extLst>
          </p:cNvPr>
          <p:cNvSpPr/>
          <p:nvPr userDrawn="1"/>
        </p:nvSpPr>
        <p:spPr>
          <a:xfrm rot="10800000">
            <a:off x="718798" y="161533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C94AD9C1-0EC8-2CBD-FF9A-1BF26124E4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62000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44B025BB-494C-6444-A662-2A59CC7444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0000" y="161677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F91072-FBBE-1585-5D95-FF2FD3DD6180}"/>
              </a:ext>
            </a:extLst>
          </p:cNvPr>
          <p:cNvSpPr/>
          <p:nvPr userDrawn="1"/>
        </p:nvSpPr>
        <p:spPr>
          <a:xfrm rot="10800000">
            <a:off x="718798" y="305912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F1013D75-53B3-45D0-6A33-C5E8E74B639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20000" y="306379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6813FBAE-92AD-F1C6-49BE-3324569A78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160000" y="306056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82D7AE5-2F1C-F870-5A9A-96257F4003F9}"/>
              </a:ext>
            </a:extLst>
          </p:cNvPr>
          <p:cNvSpPr/>
          <p:nvPr userDrawn="1"/>
        </p:nvSpPr>
        <p:spPr>
          <a:xfrm rot="10800000">
            <a:off x="718798" y="450291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8A5DA6C0-BE87-FC7D-2D99-D12B5CF659C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720000" y="450758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BB13C76C-949B-092C-C4BD-8B09EE4BD4A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60000" y="450435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B4AAE58-2342-F692-BBD1-B30825C347B9}"/>
              </a:ext>
            </a:extLst>
          </p:cNvPr>
          <p:cNvSpPr/>
          <p:nvPr userDrawn="1"/>
        </p:nvSpPr>
        <p:spPr>
          <a:xfrm rot="10800000">
            <a:off x="6459580" y="161533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06A7DCB3-7C73-AB3D-917C-964E2B299E1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460782" y="162000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7B3B49A3-D090-B531-8E79-90CC192F630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00782" y="161677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EC059A6-A066-D613-055F-791B326B27C1}"/>
              </a:ext>
            </a:extLst>
          </p:cNvPr>
          <p:cNvSpPr/>
          <p:nvPr userDrawn="1"/>
        </p:nvSpPr>
        <p:spPr>
          <a:xfrm rot="10800000">
            <a:off x="6459580" y="305912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A0305BEB-B803-094B-8166-248C318A3565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460782" y="306379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56" name="Text Placeholder 18">
            <a:extLst>
              <a:ext uri="{FF2B5EF4-FFF2-40B4-BE49-F238E27FC236}">
                <a16:creationId xmlns:a16="http://schemas.microsoft.com/office/drawing/2014/main" id="{A2FCE123-F819-4C36-C478-5DD8AB3B4F7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00782" y="306056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6C9126B-89DE-D096-2D1B-320D687F60BE}"/>
              </a:ext>
            </a:extLst>
          </p:cNvPr>
          <p:cNvSpPr/>
          <p:nvPr userDrawn="1"/>
        </p:nvSpPr>
        <p:spPr>
          <a:xfrm rot="10800000">
            <a:off x="6459580" y="4502913"/>
            <a:ext cx="1269334" cy="1269334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EFF53A51-FA67-B3AF-FF1D-365F1DAADD6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460782" y="4507580"/>
            <a:ext cx="1260000" cy="12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fi-FI"/>
          </a:p>
        </p:txBody>
      </p:sp>
      <p:sp>
        <p:nvSpPr>
          <p:cNvPr id="60" name="Text Placeholder 18">
            <a:extLst>
              <a:ext uri="{FF2B5EF4-FFF2-40B4-BE49-F238E27FC236}">
                <a16:creationId xmlns:a16="http://schemas.microsoft.com/office/drawing/2014/main" id="{1D955354-A5A8-A445-85E0-8BB88057EE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00782" y="4504353"/>
            <a:ext cx="3578400" cy="1260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10144-5FAD-775D-9B55-6001EAE53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158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Contact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2C43C12-D015-0EA1-6953-E54BF3DD2F93}"/>
              </a:ext>
            </a:extLst>
          </p:cNvPr>
          <p:cNvSpPr/>
          <p:nvPr userDrawn="1"/>
        </p:nvSpPr>
        <p:spPr>
          <a:xfrm rot="10800000">
            <a:off x="716759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pic>
        <p:nvPicPr>
          <p:cNvPr id="2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E78D838E-BE89-F17E-8DC9-23CE15B3B8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787951" y="13"/>
            <a:ext cx="4404049" cy="6857987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EABD6B-8FF7-D646-B82E-0E5F66697D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000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CCDFDC-418C-844F-ABE0-C1C98650F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0000"/>
            <a:ext cx="10753200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44B025BB-494C-6444-A662-2A59CC7444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0000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E40B4BB-F2EF-4DE8-CEF0-B4012583817A}"/>
              </a:ext>
            </a:extLst>
          </p:cNvPr>
          <p:cNvSpPr/>
          <p:nvPr userDrawn="1"/>
        </p:nvSpPr>
        <p:spPr>
          <a:xfrm rot="10800000">
            <a:off x="716759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18AC2800-C3EF-499A-08B1-FAB1D669860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20000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2023100A-5D28-FF65-B226-4F472C42756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60000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D581F9B-DF1E-0ADC-9DCA-A2B69B6A7D8A}"/>
              </a:ext>
            </a:extLst>
          </p:cNvPr>
          <p:cNvSpPr/>
          <p:nvPr userDrawn="1"/>
        </p:nvSpPr>
        <p:spPr>
          <a:xfrm rot="10800000">
            <a:off x="716759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AAB50452-6142-A58D-7C86-3029D5E661E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20000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CC75CB6F-E979-E525-57C1-4D6A641339F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0000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5AC951D-3117-3F27-7FE8-1E0AD718D882}"/>
              </a:ext>
            </a:extLst>
          </p:cNvPr>
          <p:cNvSpPr/>
          <p:nvPr userDrawn="1"/>
        </p:nvSpPr>
        <p:spPr>
          <a:xfrm rot="10800000">
            <a:off x="716759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A99E94E2-4524-A95D-77B5-A6BD36A5FCD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20000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F26FB4A3-D085-06AB-5BAC-0B819966880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60000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4BCB21-9955-BBDD-BD29-106C9A1422CA}"/>
              </a:ext>
            </a:extLst>
          </p:cNvPr>
          <p:cNvSpPr/>
          <p:nvPr userDrawn="1"/>
        </p:nvSpPr>
        <p:spPr>
          <a:xfrm rot="10800000">
            <a:off x="716759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D69E507A-D84C-D3AA-004F-FF827D4E56F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20000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65A4DFCC-21B5-9E3D-26FD-227BEAD99E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60000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9D72AD-77F1-85F4-C21A-987A5BE306B7}"/>
              </a:ext>
            </a:extLst>
          </p:cNvPr>
          <p:cNvSpPr/>
          <p:nvPr userDrawn="1"/>
        </p:nvSpPr>
        <p:spPr>
          <a:xfrm rot="10800000">
            <a:off x="716759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E449242D-F050-E0E5-5584-8185D94CAA00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20000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61" name="Text Placeholder 18">
            <a:extLst>
              <a:ext uri="{FF2B5EF4-FFF2-40B4-BE49-F238E27FC236}">
                <a16:creationId xmlns:a16="http://schemas.microsoft.com/office/drawing/2014/main" id="{749C2F95-D742-3A96-15B9-78AF315DE69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60000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690F7B7-2C8D-3199-0BBB-514427EE9DBA}"/>
              </a:ext>
            </a:extLst>
          </p:cNvPr>
          <p:cNvSpPr/>
          <p:nvPr userDrawn="1"/>
        </p:nvSpPr>
        <p:spPr>
          <a:xfrm rot="10800000">
            <a:off x="2915737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1" name="Picture Placeholder 3">
            <a:extLst>
              <a:ext uri="{FF2B5EF4-FFF2-40B4-BE49-F238E27FC236}">
                <a16:creationId xmlns:a16="http://schemas.microsoft.com/office/drawing/2014/main" id="{3044B6BC-978D-7B18-5F1D-5B2D25FACCA0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918978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2" name="Text Placeholder 18">
            <a:extLst>
              <a:ext uri="{FF2B5EF4-FFF2-40B4-BE49-F238E27FC236}">
                <a16:creationId xmlns:a16="http://schemas.microsoft.com/office/drawing/2014/main" id="{F642D2F8-BE19-39A5-6D1D-4C1D4951883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58978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534C2E9-0140-5FDB-6AC4-927EAA96F9CE}"/>
              </a:ext>
            </a:extLst>
          </p:cNvPr>
          <p:cNvSpPr/>
          <p:nvPr userDrawn="1"/>
        </p:nvSpPr>
        <p:spPr>
          <a:xfrm rot="10800000">
            <a:off x="2915737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4" name="Picture Placeholder 3">
            <a:extLst>
              <a:ext uri="{FF2B5EF4-FFF2-40B4-BE49-F238E27FC236}">
                <a16:creationId xmlns:a16="http://schemas.microsoft.com/office/drawing/2014/main" id="{67B75E85-C8C3-BA00-615D-DE465A2E866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918978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5" name="Text Placeholder 18">
            <a:extLst>
              <a:ext uri="{FF2B5EF4-FFF2-40B4-BE49-F238E27FC236}">
                <a16:creationId xmlns:a16="http://schemas.microsoft.com/office/drawing/2014/main" id="{54B37B79-DAFE-F73E-0A44-C3DBD64E9FE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458978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50E6361-EA59-FEA2-1256-1E7E268EFB10}"/>
              </a:ext>
            </a:extLst>
          </p:cNvPr>
          <p:cNvSpPr/>
          <p:nvPr userDrawn="1"/>
        </p:nvSpPr>
        <p:spPr>
          <a:xfrm rot="10800000">
            <a:off x="2915737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7" name="Picture Placeholder 3">
            <a:extLst>
              <a:ext uri="{FF2B5EF4-FFF2-40B4-BE49-F238E27FC236}">
                <a16:creationId xmlns:a16="http://schemas.microsoft.com/office/drawing/2014/main" id="{1E17303F-0D0A-3CEA-CAF0-92A3198C080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918978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18" name="Text Placeholder 18">
            <a:extLst>
              <a:ext uri="{FF2B5EF4-FFF2-40B4-BE49-F238E27FC236}">
                <a16:creationId xmlns:a16="http://schemas.microsoft.com/office/drawing/2014/main" id="{AB20990E-BD57-7975-8E7F-CD9819BA381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58978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31C639E7-6690-E358-F706-B974EAB61FD7}"/>
              </a:ext>
            </a:extLst>
          </p:cNvPr>
          <p:cNvSpPr/>
          <p:nvPr userDrawn="1"/>
        </p:nvSpPr>
        <p:spPr>
          <a:xfrm rot="10800000">
            <a:off x="2915737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0" name="Picture Placeholder 3">
            <a:extLst>
              <a:ext uri="{FF2B5EF4-FFF2-40B4-BE49-F238E27FC236}">
                <a16:creationId xmlns:a16="http://schemas.microsoft.com/office/drawing/2014/main" id="{18D8EFCD-CBD5-D944-2E85-307ED2F965FB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918978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1" name="Text Placeholder 18">
            <a:extLst>
              <a:ext uri="{FF2B5EF4-FFF2-40B4-BE49-F238E27FC236}">
                <a16:creationId xmlns:a16="http://schemas.microsoft.com/office/drawing/2014/main" id="{A90533BA-C02E-59D4-97EF-42B709CD931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458978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6044BA8-469B-23DF-A03C-B0B2A4061EB0}"/>
              </a:ext>
            </a:extLst>
          </p:cNvPr>
          <p:cNvSpPr/>
          <p:nvPr userDrawn="1"/>
        </p:nvSpPr>
        <p:spPr>
          <a:xfrm rot="10800000">
            <a:off x="2915737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3" name="Picture Placeholder 3">
            <a:extLst>
              <a:ext uri="{FF2B5EF4-FFF2-40B4-BE49-F238E27FC236}">
                <a16:creationId xmlns:a16="http://schemas.microsoft.com/office/drawing/2014/main" id="{B1F44E1B-643C-327D-BEEA-4B01481DC81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2918978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4" name="Text Placeholder 18">
            <a:extLst>
              <a:ext uri="{FF2B5EF4-FFF2-40B4-BE49-F238E27FC236}">
                <a16:creationId xmlns:a16="http://schemas.microsoft.com/office/drawing/2014/main" id="{03752D4D-BCB1-27A8-9275-E0F212443D5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58978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02EDE36-FCBA-F1AB-645B-BFEC2C30AA03}"/>
              </a:ext>
            </a:extLst>
          </p:cNvPr>
          <p:cNvSpPr/>
          <p:nvPr userDrawn="1"/>
        </p:nvSpPr>
        <p:spPr>
          <a:xfrm rot="10800000">
            <a:off x="2915737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6" name="Picture Placeholder 3">
            <a:extLst>
              <a:ext uri="{FF2B5EF4-FFF2-40B4-BE49-F238E27FC236}">
                <a16:creationId xmlns:a16="http://schemas.microsoft.com/office/drawing/2014/main" id="{0D9F1EE6-C2A8-6A8D-AF34-AEE285F55FE8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918978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27" name="Text Placeholder 18">
            <a:extLst>
              <a:ext uri="{FF2B5EF4-FFF2-40B4-BE49-F238E27FC236}">
                <a16:creationId xmlns:a16="http://schemas.microsoft.com/office/drawing/2014/main" id="{2BA7D070-CE42-343F-DED4-7A1E71EA988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458978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5DB2AD36-3895-93F2-A8DD-25905237C72F}"/>
              </a:ext>
            </a:extLst>
          </p:cNvPr>
          <p:cNvSpPr/>
          <p:nvPr userDrawn="1"/>
        </p:nvSpPr>
        <p:spPr>
          <a:xfrm rot="10800000">
            <a:off x="5167847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29" name="Picture Placeholder 3">
            <a:extLst>
              <a:ext uri="{FF2B5EF4-FFF2-40B4-BE49-F238E27FC236}">
                <a16:creationId xmlns:a16="http://schemas.microsoft.com/office/drawing/2014/main" id="{60F6AAC8-4065-9BAA-EEED-01383603F3E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5171088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0" name="Text Placeholder 18">
            <a:extLst>
              <a:ext uri="{FF2B5EF4-FFF2-40B4-BE49-F238E27FC236}">
                <a16:creationId xmlns:a16="http://schemas.microsoft.com/office/drawing/2014/main" id="{59708B77-039D-91AD-32BD-396CF643F6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1088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CFC8CE1-6D55-4EC0-C9FC-DBCB0B1B85F3}"/>
              </a:ext>
            </a:extLst>
          </p:cNvPr>
          <p:cNvSpPr/>
          <p:nvPr userDrawn="1"/>
        </p:nvSpPr>
        <p:spPr>
          <a:xfrm rot="10800000">
            <a:off x="5167847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2" name="Picture Placeholder 3">
            <a:extLst>
              <a:ext uri="{FF2B5EF4-FFF2-40B4-BE49-F238E27FC236}">
                <a16:creationId xmlns:a16="http://schemas.microsoft.com/office/drawing/2014/main" id="{D0054C00-D757-C53F-CDBC-CB376F6969A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171088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3" name="Text Placeholder 18">
            <a:extLst>
              <a:ext uri="{FF2B5EF4-FFF2-40B4-BE49-F238E27FC236}">
                <a16:creationId xmlns:a16="http://schemas.microsoft.com/office/drawing/2014/main" id="{B1A4928B-55DE-2641-F972-D967697FD4B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711088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D49F2E4-5CF3-FA2A-8BFF-85350391F062}"/>
              </a:ext>
            </a:extLst>
          </p:cNvPr>
          <p:cNvSpPr/>
          <p:nvPr userDrawn="1"/>
        </p:nvSpPr>
        <p:spPr>
          <a:xfrm rot="10800000">
            <a:off x="5167847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5" name="Picture Placeholder 3">
            <a:extLst>
              <a:ext uri="{FF2B5EF4-FFF2-40B4-BE49-F238E27FC236}">
                <a16:creationId xmlns:a16="http://schemas.microsoft.com/office/drawing/2014/main" id="{17BFB70B-D863-EC68-C286-784A3A010DB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171088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6" name="Text Placeholder 18">
            <a:extLst>
              <a:ext uri="{FF2B5EF4-FFF2-40B4-BE49-F238E27FC236}">
                <a16:creationId xmlns:a16="http://schemas.microsoft.com/office/drawing/2014/main" id="{F4D89641-90AD-5165-2E42-26399DAEF5B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1088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6CEE797A-3627-9AB4-0A76-1577CFE5FF67}"/>
              </a:ext>
            </a:extLst>
          </p:cNvPr>
          <p:cNvSpPr/>
          <p:nvPr userDrawn="1"/>
        </p:nvSpPr>
        <p:spPr>
          <a:xfrm rot="10800000">
            <a:off x="5167847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38" name="Picture Placeholder 3">
            <a:extLst>
              <a:ext uri="{FF2B5EF4-FFF2-40B4-BE49-F238E27FC236}">
                <a16:creationId xmlns:a16="http://schemas.microsoft.com/office/drawing/2014/main" id="{C78489D4-DF01-561F-4642-08B40D71F09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171088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39" name="Text Placeholder 18">
            <a:extLst>
              <a:ext uri="{FF2B5EF4-FFF2-40B4-BE49-F238E27FC236}">
                <a16:creationId xmlns:a16="http://schemas.microsoft.com/office/drawing/2014/main" id="{2C94DCFE-0932-0053-C810-405A06E3627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711088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FB4D9506-6EDB-5332-566E-456ACE4F6952}"/>
              </a:ext>
            </a:extLst>
          </p:cNvPr>
          <p:cNvSpPr/>
          <p:nvPr userDrawn="1"/>
        </p:nvSpPr>
        <p:spPr>
          <a:xfrm rot="10800000">
            <a:off x="5167847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1" name="Picture Placeholder 3">
            <a:extLst>
              <a:ext uri="{FF2B5EF4-FFF2-40B4-BE49-F238E27FC236}">
                <a16:creationId xmlns:a16="http://schemas.microsoft.com/office/drawing/2014/main" id="{42713F11-893E-0531-B7A9-4FEFCF71B01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5171088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2" name="Text Placeholder 18">
            <a:extLst>
              <a:ext uri="{FF2B5EF4-FFF2-40B4-BE49-F238E27FC236}">
                <a16:creationId xmlns:a16="http://schemas.microsoft.com/office/drawing/2014/main" id="{CA2AC671-EF16-C5B1-4320-FF4687DE2FE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711088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10D1E96-C306-F686-4C7C-C7052BB5CE1C}"/>
              </a:ext>
            </a:extLst>
          </p:cNvPr>
          <p:cNvSpPr/>
          <p:nvPr userDrawn="1"/>
        </p:nvSpPr>
        <p:spPr>
          <a:xfrm rot="10800000">
            <a:off x="5167847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4" name="Picture Placeholder 3">
            <a:extLst>
              <a:ext uri="{FF2B5EF4-FFF2-40B4-BE49-F238E27FC236}">
                <a16:creationId xmlns:a16="http://schemas.microsoft.com/office/drawing/2014/main" id="{D7F10BA9-3AA5-3623-2A2C-256CB216172B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5171088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5" name="Text Placeholder 18">
            <a:extLst>
              <a:ext uri="{FF2B5EF4-FFF2-40B4-BE49-F238E27FC236}">
                <a16:creationId xmlns:a16="http://schemas.microsoft.com/office/drawing/2014/main" id="{73C8A15E-C641-FFDD-5360-A7ED773F2D7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711088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10661D2A-48D7-38E6-6612-60B6291CD803}"/>
              </a:ext>
            </a:extLst>
          </p:cNvPr>
          <p:cNvSpPr/>
          <p:nvPr userDrawn="1"/>
        </p:nvSpPr>
        <p:spPr>
          <a:xfrm rot="10800000">
            <a:off x="7412283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7" name="Picture Placeholder 3">
            <a:extLst>
              <a:ext uri="{FF2B5EF4-FFF2-40B4-BE49-F238E27FC236}">
                <a16:creationId xmlns:a16="http://schemas.microsoft.com/office/drawing/2014/main" id="{D76ED9A8-9B04-949F-409D-80095F82647C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7415524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48" name="Text Placeholder 18">
            <a:extLst>
              <a:ext uri="{FF2B5EF4-FFF2-40B4-BE49-F238E27FC236}">
                <a16:creationId xmlns:a16="http://schemas.microsoft.com/office/drawing/2014/main" id="{C144A8E2-E354-0964-EF03-B2365B645B6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955524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3D6B2C2E-B497-DACF-6978-68F3AF279AC9}"/>
              </a:ext>
            </a:extLst>
          </p:cNvPr>
          <p:cNvSpPr/>
          <p:nvPr userDrawn="1"/>
        </p:nvSpPr>
        <p:spPr>
          <a:xfrm rot="10800000">
            <a:off x="7412283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0" name="Picture Placeholder 3">
            <a:extLst>
              <a:ext uri="{FF2B5EF4-FFF2-40B4-BE49-F238E27FC236}">
                <a16:creationId xmlns:a16="http://schemas.microsoft.com/office/drawing/2014/main" id="{AAB47591-BF37-9249-B8CC-BD8A85797FF8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7415524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1" name="Text Placeholder 18">
            <a:extLst>
              <a:ext uri="{FF2B5EF4-FFF2-40B4-BE49-F238E27FC236}">
                <a16:creationId xmlns:a16="http://schemas.microsoft.com/office/drawing/2014/main" id="{4924EC4B-783B-4071-0F61-CE036A0CAF9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955524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9B186F8-EAA9-4761-8598-B61BAD32D7E6}"/>
              </a:ext>
            </a:extLst>
          </p:cNvPr>
          <p:cNvSpPr/>
          <p:nvPr userDrawn="1"/>
        </p:nvSpPr>
        <p:spPr>
          <a:xfrm rot="10800000">
            <a:off x="7412283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3" name="Picture Placeholder 3">
            <a:extLst>
              <a:ext uri="{FF2B5EF4-FFF2-40B4-BE49-F238E27FC236}">
                <a16:creationId xmlns:a16="http://schemas.microsoft.com/office/drawing/2014/main" id="{5FC89A7F-9FEB-2F7A-6464-6968BF2CDC0B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7415524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4" name="Text Placeholder 18">
            <a:extLst>
              <a:ext uri="{FF2B5EF4-FFF2-40B4-BE49-F238E27FC236}">
                <a16:creationId xmlns:a16="http://schemas.microsoft.com/office/drawing/2014/main" id="{D2B57E35-543D-2227-1278-2ED37627BAD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955524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BEB5AAD-48C1-7F2D-4C3A-C781725317F3}"/>
              </a:ext>
            </a:extLst>
          </p:cNvPr>
          <p:cNvSpPr/>
          <p:nvPr userDrawn="1"/>
        </p:nvSpPr>
        <p:spPr>
          <a:xfrm rot="10800000">
            <a:off x="7412283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6" name="Picture Placeholder 3">
            <a:extLst>
              <a:ext uri="{FF2B5EF4-FFF2-40B4-BE49-F238E27FC236}">
                <a16:creationId xmlns:a16="http://schemas.microsoft.com/office/drawing/2014/main" id="{22097401-1FF4-1D85-EEA9-EB3E7089F25B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7415524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57" name="Text Placeholder 18">
            <a:extLst>
              <a:ext uri="{FF2B5EF4-FFF2-40B4-BE49-F238E27FC236}">
                <a16:creationId xmlns:a16="http://schemas.microsoft.com/office/drawing/2014/main" id="{2E150C6D-72A3-68E3-E2B2-CE920120AC5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955524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991EA64-9533-C4A6-71AE-78806F5909C7}"/>
              </a:ext>
            </a:extLst>
          </p:cNvPr>
          <p:cNvSpPr/>
          <p:nvPr userDrawn="1"/>
        </p:nvSpPr>
        <p:spPr>
          <a:xfrm rot="10800000">
            <a:off x="7412283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59" name="Picture Placeholder 3">
            <a:extLst>
              <a:ext uri="{FF2B5EF4-FFF2-40B4-BE49-F238E27FC236}">
                <a16:creationId xmlns:a16="http://schemas.microsoft.com/office/drawing/2014/main" id="{2D75B871-46A2-B500-BC58-0A87CF76BBE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7415524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0" name="Text Placeholder 18">
            <a:extLst>
              <a:ext uri="{FF2B5EF4-FFF2-40B4-BE49-F238E27FC236}">
                <a16:creationId xmlns:a16="http://schemas.microsoft.com/office/drawing/2014/main" id="{19CB4B16-15C8-7DE8-C555-A08076ED58B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955524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421CF4B5-21AB-C2C8-A2A0-8389A92F0783}"/>
              </a:ext>
            </a:extLst>
          </p:cNvPr>
          <p:cNvSpPr/>
          <p:nvPr userDrawn="1"/>
        </p:nvSpPr>
        <p:spPr>
          <a:xfrm rot="10800000">
            <a:off x="7412283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2" name="Picture Placeholder 3">
            <a:extLst>
              <a:ext uri="{FF2B5EF4-FFF2-40B4-BE49-F238E27FC236}">
                <a16:creationId xmlns:a16="http://schemas.microsoft.com/office/drawing/2014/main" id="{779AAC45-3CC3-A57C-D5FA-1A0720422FA4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7415524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3" name="Text Placeholder 18">
            <a:extLst>
              <a:ext uri="{FF2B5EF4-FFF2-40B4-BE49-F238E27FC236}">
                <a16:creationId xmlns:a16="http://schemas.microsoft.com/office/drawing/2014/main" id="{0E42D982-3CAD-A5FB-040F-194411E40C5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955524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4202D2D-E6F1-368E-277E-0E2A38F463BC}"/>
              </a:ext>
            </a:extLst>
          </p:cNvPr>
          <p:cNvSpPr/>
          <p:nvPr userDrawn="1"/>
        </p:nvSpPr>
        <p:spPr>
          <a:xfrm rot="10800000">
            <a:off x="9618934" y="1622868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5" name="Picture Placeholder 3">
            <a:extLst>
              <a:ext uri="{FF2B5EF4-FFF2-40B4-BE49-F238E27FC236}">
                <a16:creationId xmlns:a16="http://schemas.microsoft.com/office/drawing/2014/main" id="{98EC48D7-4A97-C683-F06D-84D8BD3CA3C7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9622175" y="1620000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6" name="Text Placeholder 18">
            <a:extLst>
              <a:ext uri="{FF2B5EF4-FFF2-40B4-BE49-F238E27FC236}">
                <a16:creationId xmlns:a16="http://schemas.microsoft.com/office/drawing/2014/main" id="{1BF1F8C9-7B1F-691E-6B3E-F454C4EAF9E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0162175" y="1620000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E83EF96-34F6-D130-B946-8EBD01241A40}"/>
              </a:ext>
            </a:extLst>
          </p:cNvPr>
          <p:cNvSpPr/>
          <p:nvPr userDrawn="1"/>
        </p:nvSpPr>
        <p:spPr>
          <a:xfrm rot="10800000">
            <a:off x="9618934" y="2371013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68" name="Picture Placeholder 3">
            <a:extLst>
              <a:ext uri="{FF2B5EF4-FFF2-40B4-BE49-F238E27FC236}">
                <a16:creationId xmlns:a16="http://schemas.microsoft.com/office/drawing/2014/main" id="{B728005A-89FF-4D25-0991-99D03E1D4A0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9622175" y="2368145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69" name="Text Placeholder 18">
            <a:extLst>
              <a:ext uri="{FF2B5EF4-FFF2-40B4-BE49-F238E27FC236}">
                <a16:creationId xmlns:a16="http://schemas.microsoft.com/office/drawing/2014/main" id="{648694D1-BDF2-B3FE-AEB9-EB5F7DF6070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0162175" y="2368145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EB06E3B-7287-24F4-8BE5-8F72F83C4B3F}"/>
              </a:ext>
            </a:extLst>
          </p:cNvPr>
          <p:cNvSpPr/>
          <p:nvPr userDrawn="1"/>
        </p:nvSpPr>
        <p:spPr>
          <a:xfrm rot="10800000">
            <a:off x="9618934" y="3104045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1" name="Picture Placeholder 3">
            <a:extLst>
              <a:ext uri="{FF2B5EF4-FFF2-40B4-BE49-F238E27FC236}">
                <a16:creationId xmlns:a16="http://schemas.microsoft.com/office/drawing/2014/main" id="{CA462896-7A0E-A2C5-6094-BD7746FCB8B1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622175" y="3101177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2" name="Text Placeholder 18">
            <a:extLst>
              <a:ext uri="{FF2B5EF4-FFF2-40B4-BE49-F238E27FC236}">
                <a16:creationId xmlns:a16="http://schemas.microsoft.com/office/drawing/2014/main" id="{1D843DE0-70CE-7CC9-CC6E-C971A08D65A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162175" y="3101177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FEDEFC9A-745A-45E1-0BF3-3447C6FC47FC}"/>
              </a:ext>
            </a:extLst>
          </p:cNvPr>
          <p:cNvSpPr/>
          <p:nvPr userDrawn="1"/>
        </p:nvSpPr>
        <p:spPr>
          <a:xfrm rot="10800000">
            <a:off x="9618934" y="3852190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4" name="Picture Placeholder 3">
            <a:extLst>
              <a:ext uri="{FF2B5EF4-FFF2-40B4-BE49-F238E27FC236}">
                <a16:creationId xmlns:a16="http://schemas.microsoft.com/office/drawing/2014/main" id="{4F320928-EF52-061D-9E1E-3C68D21D5220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622175" y="3849322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5" name="Text Placeholder 18">
            <a:extLst>
              <a:ext uri="{FF2B5EF4-FFF2-40B4-BE49-F238E27FC236}">
                <a16:creationId xmlns:a16="http://schemas.microsoft.com/office/drawing/2014/main" id="{D799D8E1-9FC3-D524-E088-C0156AA4259D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162175" y="3849322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C7342C9C-F401-9F4A-E788-F2800E6EBB18}"/>
              </a:ext>
            </a:extLst>
          </p:cNvPr>
          <p:cNvSpPr/>
          <p:nvPr userDrawn="1"/>
        </p:nvSpPr>
        <p:spPr>
          <a:xfrm rot="10800000">
            <a:off x="9618934" y="4600336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77" name="Picture Placeholder 3">
            <a:extLst>
              <a:ext uri="{FF2B5EF4-FFF2-40B4-BE49-F238E27FC236}">
                <a16:creationId xmlns:a16="http://schemas.microsoft.com/office/drawing/2014/main" id="{92585483-3314-C3BC-E562-C6D80AE2D81A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622175" y="4597468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78" name="Text Placeholder 18">
            <a:extLst>
              <a:ext uri="{FF2B5EF4-FFF2-40B4-BE49-F238E27FC236}">
                <a16:creationId xmlns:a16="http://schemas.microsoft.com/office/drawing/2014/main" id="{950EEBFD-4428-EF44-EC2A-7B45446C8EB0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162175" y="4597468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C9A0EC3D-F352-4BC1-4C98-959F0C4CFE08}"/>
              </a:ext>
            </a:extLst>
          </p:cNvPr>
          <p:cNvSpPr/>
          <p:nvPr userDrawn="1"/>
        </p:nvSpPr>
        <p:spPr>
          <a:xfrm rot="10800000">
            <a:off x="9618934" y="5348481"/>
            <a:ext cx="543226" cy="543226"/>
          </a:xfrm>
          <a:prstGeom prst="ellipse">
            <a:avLst/>
          </a:prstGeom>
          <a:gradFill>
            <a:gsLst>
              <a:gs pos="0">
                <a:srgbClr val="057CDE"/>
              </a:gs>
              <a:gs pos="100000">
                <a:srgbClr val="05DEA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0" name="Picture Placeholder 3">
            <a:extLst>
              <a:ext uri="{FF2B5EF4-FFF2-40B4-BE49-F238E27FC236}">
                <a16:creationId xmlns:a16="http://schemas.microsoft.com/office/drawing/2014/main" id="{38B26246-770B-F0D3-4E95-FEC3726EA5AD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622175" y="5345613"/>
            <a:ext cx="540000" cy="54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fi-FI"/>
              <a:t>P</a:t>
            </a:r>
          </a:p>
        </p:txBody>
      </p:sp>
      <p:sp>
        <p:nvSpPr>
          <p:cNvPr id="181" name="Text Placeholder 18">
            <a:extLst>
              <a:ext uri="{FF2B5EF4-FFF2-40B4-BE49-F238E27FC236}">
                <a16:creationId xmlns:a16="http://schemas.microsoft.com/office/drawing/2014/main" id="{289CCB76-2FBF-2D6B-5BAF-5F30C724A3F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0162175" y="5345613"/>
            <a:ext cx="1321200" cy="543227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4F2DA2-DCEF-9D79-87BA-46E69D68D8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39525" y="6478173"/>
            <a:ext cx="1010226" cy="24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494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4869E-8868-E047-AE03-59116D6F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09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56E8A81-9C43-F1F5-E005-CFD5D40F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2627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6" r:id="rId16"/>
    <p:sldLayoutId id="2147483714" r:id="rId17"/>
    <p:sldLayoutId id="2147483715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69" r:id="rId27"/>
    <p:sldLayoutId id="2147483733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4869E-8868-E047-AE03-59116D6F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09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56E8A81-9C43-F1F5-E005-CFD5D40F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296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0" r:id="rId2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bg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Zure Theme Light">
  <a:themeElements>
    <a:clrScheme name="Zure">
      <a:dk1>
        <a:srgbClr val="191919"/>
      </a:dk1>
      <a:lt1>
        <a:srgbClr val="FFFFFF"/>
      </a:lt1>
      <a:dk2>
        <a:srgbClr val="333333"/>
      </a:dk2>
      <a:lt2>
        <a:srgbClr val="FFFFFF"/>
      </a:lt2>
      <a:accent1>
        <a:srgbClr val="05C3DE"/>
      </a:accent1>
      <a:accent2>
        <a:srgbClr val="FE5000"/>
      </a:accent2>
      <a:accent3>
        <a:srgbClr val="026D7C"/>
      </a:accent3>
      <a:accent4>
        <a:srgbClr val="992F00"/>
      </a:accent4>
      <a:accent5>
        <a:srgbClr val="96D600"/>
      </a:accent5>
      <a:accent6>
        <a:srgbClr val="FFC72B"/>
      </a:accent6>
      <a:hlink>
        <a:srgbClr val="05C3DE"/>
      </a:hlink>
      <a:folHlink>
        <a:srgbClr val="05C3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646D090-A9FB-4B99-BB44-E24460FE6859}" vid="{1E754D49-7A92-41AD-A482-57CFD4C85A2E}"/>
    </a:ext>
  </a:extLst>
</a:theme>
</file>

<file path=ppt/theme/theme2.xml><?xml version="1.0" encoding="utf-8"?>
<a:theme xmlns:a="http://schemas.openxmlformats.org/drawingml/2006/main" name="Zure theme dark [1790334855181]">
  <a:themeElements>
    <a:clrScheme name="Zure">
      <a:dk1>
        <a:srgbClr val="151719"/>
      </a:dk1>
      <a:lt1>
        <a:srgbClr val="FCFBF8"/>
      </a:lt1>
      <a:dk2>
        <a:srgbClr val="25282B"/>
      </a:dk2>
      <a:lt2>
        <a:srgbClr val="F4F2EC"/>
      </a:lt2>
      <a:accent1>
        <a:srgbClr val="05C3DE"/>
      </a:accent1>
      <a:accent2>
        <a:srgbClr val="7DECFC"/>
      </a:accent2>
      <a:accent3>
        <a:srgbClr val="05C3DE"/>
      </a:accent3>
      <a:accent4>
        <a:srgbClr val="FB523C"/>
      </a:accent4>
      <a:accent5>
        <a:srgbClr val="555A5E"/>
      </a:accent5>
      <a:accent6>
        <a:srgbClr val="B9BEC2"/>
      </a:accent6>
      <a:hlink>
        <a:srgbClr val="05C3DE"/>
      </a:hlink>
      <a:folHlink>
        <a:srgbClr val="05C3DE"/>
      </a:folHlink>
    </a:clrScheme>
    <a:fontScheme name="Office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646D090-A9FB-4B99-BB44-E24460FE6859}" vid="{9F98AF76-9D81-4C69-9ABD-B462F736AB0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EB59319-D413-2946-8582-1A19C8C46AF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55b991d-8f14-457d-907f-180b8b9d9a77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58F34A9-1BEF-4B78-8EA8-BFDDCFD07B4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01b1aed-ea1a-43be-ab7e-8ac7d3fedfdd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b76e1c-cf04-47b1-9ddf-cab3a3502eaa">
      <Terms xmlns="http://schemas.microsoft.com/office/infopath/2007/PartnerControls"/>
    </lcf76f155ced4ddcb4097134ff3c332f>
    <TaxCatchAll xmlns="ef939d35-6b12-409d-9666-6fc84e55f432" xsi:nil="true"/>
    <SharedWithUsers xmlns="ef939d35-6b12-409d-9666-6fc84e55f432">
      <UserInfo>
        <DisplayName>Pontus Mauno</DisplayName>
        <AccountId>204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9B009913D2A47B6E1CFEC8CB3D127" ma:contentTypeVersion="19" ma:contentTypeDescription="Create a new document." ma:contentTypeScope="" ma:versionID="f5f32f072361de013963026ecea81ac9">
  <xsd:schema xmlns:xsd="http://www.w3.org/2001/XMLSchema" xmlns:xs="http://www.w3.org/2001/XMLSchema" xmlns:p="http://schemas.microsoft.com/office/2006/metadata/properties" xmlns:ns2="77b76e1c-cf04-47b1-9ddf-cab3a3502eaa" xmlns:ns3="ef939d35-6b12-409d-9666-6fc84e55f432" targetNamespace="http://schemas.microsoft.com/office/2006/metadata/properties" ma:root="true" ma:fieldsID="6cf1f946aa3e34330ec1a9919a1dbff5" ns2:_="" ns3:_="">
    <xsd:import namespace="77b76e1c-cf04-47b1-9ddf-cab3a3502eaa"/>
    <xsd:import namespace="ef939d35-6b12-409d-9666-6fc84e55f4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76e1c-cf04-47b1-9ddf-cab3a3502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ddd0a68-ef94-4b45-929f-47f079e477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39d35-6b12-409d-9666-6fc84e55f43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1ff4118-a995-46ac-bb10-3486fe17f558}" ma:internalName="TaxCatchAll" ma:showField="CatchAllData" ma:web="ef939d35-6b12-409d-9666-6fc84e55f4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541FEC-54E6-46B7-9536-12C8C7AE7D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7A4C54-058A-4A2E-9468-F3EBE47D1B4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77b76e1c-cf04-47b1-9ddf-cab3a3502eaa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f939d35-6b12-409d-9666-6fc84e55f43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BE0F8CD-697E-45FA-9E59-107A96F93E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b76e1c-cf04-47b1-9ddf-cab3a3502eaa"/>
    <ds:schemaRef ds:uri="ef939d35-6b12-409d-9666-6fc84e55f4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27654</TotalTime>
  <Words>6599</Words>
  <Application>Microsoft Office PowerPoint</Application>
  <PresentationFormat>Widescreen</PresentationFormat>
  <Paragraphs>862</Paragraphs>
  <Slides>37</Slides>
  <Notes>30</Notes>
  <HiddenSlides>14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Segoe UI</vt:lpstr>
      <vt:lpstr>Zure Theme Light</vt:lpstr>
      <vt:lpstr>Zure theme dark [1790334855181]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Shared Foundation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AI-Ready Organization</dc:title>
  <dc:creator>Sakari Nahi</dc:creator>
  <cp:lastModifiedBy>Sakari Nahi</cp:lastModifiedBy>
  <cp:revision>14</cp:revision>
  <dcterms:created xsi:type="dcterms:W3CDTF">2022-11-28T12:09:39Z</dcterms:created>
  <dcterms:modified xsi:type="dcterms:W3CDTF">2026-09-29T06:52:31Z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0x0101001039B009913D2A47B6E1CFEC8CB3D127</vt:lpwstr>
  </property>
  <property fmtid="{D5CDD505-2E9C-101B-9397-08002B2CF9AE}" pid="3" name="MediaServiceImageTags">
    <vt:lpwstr/>
  </property>
</Properties>
</file>